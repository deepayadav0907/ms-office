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0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 Yadav" userId="8b3028eea70d7ef5" providerId="LiveId" clId="{D0E2D663-786B-4521-878E-66A7A371B223}"/>
    <pc:docChg chg="undo custSel addSld modSld modMainMaster">
      <pc:chgData name="Deepa Yadav" userId="8b3028eea70d7ef5" providerId="LiveId" clId="{D0E2D663-786B-4521-878E-66A7A371B223}" dt="2026-09-16T10:21:09.465" v="875"/>
      <pc:docMkLst>
        <pc:docMk/>
      </pc:docMkLst>
      <pc:sldChg chg="addSp delSp modSp mod modTransition modAnim">
        <pc:chgData name="Deepa Yadav" userId="8b3028eea70d7ef5" providerId="LiveId" clId="{D0E2D663-786B-4521-878E-66A7A371B223}" dt="2026-09-16T10:11:19.043" v="847"/>
        <pc:sldMkLst>
          <pc:docMk/>
          <pc:sldMk cId="1379562471" sldId="257"/>
        </pc:sldMkLst>
        <pc:spChg chg="add del mod">
          <ac:chgData name="Deepa Yadav" userId="8b3028eea70d7ef5" providerId="LiveId" clId="{D0E2D663-786B-4521-878E-66A7A371B223}" dt="2026-09-16T09:50:50.107" v="518"/>
          <ac:spMkLst>
            <pc:docMk/>
            <pc:sldMk cId="1379562471" sldId="257"/>
            <ac:spMk id="2" creationId="{931C7952-3167-579D-670D-F7AE7EB778A0}"/>
          </ac:spMkLst>
        </pc:spChg>
        <pc:spChg chg="mod">
          <ac:chgData name="Deepa Yadav" userId="8b3028eea70d7ef5" providerId="LiveId" clId="{D0E2D663-786B-4521-878E-66A7A371B223}" dt="2026-09-16T09:51:10.087" v="522" actId="17032"/>
          <ac:spMkLst>
            <pc:docMk/>
            <pc:sldMk cId="1379562471" sldId="257"/>
            <ac:spMk id="4" creationId="{570D6FC6-E9FE-52EE-5C0A-88A4121A7788}"/>
          </ac:spMkLst>
        </pc:spChg>
        <pc:picChg chg="add mod">
          <ac:chgData name="Deepa Yadav" userId="8b3028eea70d7ef5" providerId="LiveId" clId="{D0E2D663-786B-4521-878E-66A7A371B223}" dt="2026-09-16T09:50:25.231" v="509" actId="1076"/>
          <ac:picMkLst>
            <pc:docMk/>
            <pc:sldMk cId="1379562471" sldId="257"/>
            <ac:picMk id="6" creationId="{31DCDFFD-51C8-3006-0B11-36FAC837A229}"/>
          </ac:picMkLst>
        </pc:picChg>
        <pc:picChg chg="add mod">
          <ac:chgData name="Deepa Yadav" userId="8b3028eea70d7ef5" providerId="LiveId" clId="{D0E2D663-786B-4521-878E-66A7A371B223}" dt="2026-09-16T09:50:41.472" v="512" actId="1076"/>
          <ac:picMkLst>
            <pc:docMk/>
            <pc:sldMk cId="1379562471" sldId="257"/>
            <ac:picMk id="8" creationId="{E090DA9D-34DA-C4CB-DE0B-C031ED36ABD6}"/>
          </ac:picMkLst>
        </pc:picChg>
      </pc:sldChg>
      <pc:sldChg chg="addSp modSp mod modTransition modAnim">
        <pc:chgData name="Deepa Yadav" userId="8b3028eea70d7ef5" providerId="LiveId" clId="{D0E2D663-786B-4521-878E-66A7A371B223}" dt="2026-09-16T10:21:09.465" v="875"/>
        <pc:sldMkLst>
          <pc:docMk/>
          <pc:sldMk cId="2853968175" sldId="260"/>
        </pc:sldMkLst>
        <pc:spChg chg="mod">
          <ac:chgData name="Deepa Yadav" userId="8b3028eea70d7ef5" providerId="LiveId" clId="{D0E2D663-786B-4521-878E-66A7A371B223}" dt="2026-09-16T09:58:24.290" v="730" actId="1076"/>
          <ac:spMkLst>
            <pc:docMk/>
            <pc:sldMk cId="2853968175" sldId="260"/>
            <ac:spMk id="3" creationId="{FE92B1FA-5C5B-7CB7-7EB0-2BC8AE026821}"/>
          </ac:spMkLst>
        </pc:spChg>
        <pc:spChg chg="mod">
          <ac:chgData name="Deepa Yadav" userId="8b3028eea70d7ef5" providerId="LiveId" clId="{D0E2D663-786B-4521-878E-66A7A371B223}" dt="2026-09-16T09:59:46.017" v="763" actId="20577"/>
          <ac:spMkLst>
            <pc:docMk/>
            <pc:sldMk cId="2853968175" sldId="260"/>
            <ac:spMk id="5" creationId="{BC3DCB14-5429-D404-5C44-2C27F3508F9F}"/>
          </ac:spMkLst>
        </pc:spChg>
        <pc:picChg chg="add mod">
          <ac:chgData name="Deepa Yadav" userId="8b3028eea70d7ef5" providerId="LiveId" clId="{D0E2D663-786B-4521-878E-66A7A371B223}" dt="2026-09-16T10:06:18.422" v="797" actId="1076"/>
          <ac:picMkLst>
            <pc:docMk/>
            <pc:sldMk cId="2853968175" sldId="260"/>
            <ac:picMk id="6" creationId="{A68182D9-4527-E2DB-23CD-FDE169CE6E2A}"/>
          </ac:picMkLst>
        </pc:picChg>
      </pc:sldChg>
      <pc:sldChg chg="modSp mod modTransition modAnim">
        <pc:chgData name="Deepa Yadav" userId="8b3028eea70d7ef5" providerId="LiveId" clId="{D0E2D663-786B-4521-878E-66A7A371B223}" dt="2026-09-16T10:11:19.043" v="847"/>
        <pc:sldMkLst>
          <pc:docMk/>
          <pc:sldMk cId="2366921351" sldId="262"/>
        </pc:sldMkLst>
        <pc:spChg chg="mod">
          <ac:chgData name="Deepa Yadav" userId="8b3028eea70d7ef5" providerId="LiveId" clId="{D0E2D663-786B-4521-878E-66A7A371B223}" dt="2026-09-16T10:00:18.356" v="774" actId="20577"/>
          <ac:spMkLst>
            <pc:docMk/>
            <pc:sldMk cId="2366921351" sldId="262"/>
            <ac:spMk id="2" creationId="{00F55569-586F-C30D-0E40-15FA4B5E293C}"/>
          </ac:spMkLst>
        </pc:spChg>
      </pc:sldChg>
      <pc:sldChg chg="modTransition modAnim">
        <pc:chgData name="Deepa Yadav" userId="8b3028eea70d7ef5" providerId="LiveId" clId="{D0E2D663-786B-4521-878E-66A7A371B223}" dt="2026-09-16T10:11:19.043" v="847"/>
        <pc:sldMkLst>
          <pc:docMk/>
          <pc:sldMk cId="2860289992" sldId="263"/>
        </pc:sldMkLst>
      </pc:sldChg>
      <pc:sldChg chg="modSp mod modTransition modAnim">
        <pc:chgData name="Deepa Yadav" userId="8b3028eea70d7ef5" providerId="LiveId" clId="{D0E2D663-786B-4521-878E-66A7A371B223}" dt="2026-09-16T10:16:42.138" v="868" actId="12385"/>
        <pc:sldMkLst>
          <pc:docMk/>
          <pc:sldMk cId="659618073" sldId="264"/>
        </pc:sldMkLst>
        <pc:spChg chg="mod">
          <ac:chgData name="Deepa Yadav" userId="8b3028eea70d7ef5" providerId="LiveId" clId="{D0E2D663-786B-4521-878E-66A7A371B223}" dt="2026-09-16T10:00:28.020" v="776" actId="1076"/>
          <ac:spMkLst>
            <pc:docMk/>
            <pc:sldMk cId="659618073" sldId="264"/>
            <ac:spMk id="4" creationId="{C1C69539-E165-1918-D9A0-54BCC9B04182}"/>
          </ac:spMkLst>
        </pc:spChg>
        <pc:graphicFrameChg chg="mod modGraphic">
          <ac:chgData name="Deepa Yadav" userId="8b3028eea70d7ef5" providerId="LiveId" clId="{D0E2D663-786B-4521-878E-66A7A371B223}" dt="2026-09-16T10:16:42.138" v="868" actId="12385"/>
          <ac:graphicFrameMkLst>
            <pc:docMk/>
            <pc:sldMk cId="659618073" sldId="264"/>
            <ac:graphicFrameMk id="5" creationId="{94ACCE7B-4301-6632-81BE-B989C0DA358F}"/>
          </ac:graphicFrameMkLst>
        </pc:graphicFrameChg>
      </pc:sldChg>
      <pc:sldChg chg="addSp delSp modSp mod modTransition modAnim">
        <pc:chgData name="Deepa Yadav" userId="8b3028eea70d7ef5" providerId="LiveId" clId="{D0E2D663-786B-4521-878E-66A7A371B223}" dt="2026-09-16T10:11:19.043" v="847"/>
        <pc:sldMkLst>
          <pc:docMk/>
          <pc:sldMk cId="2324063659" sldId="265"/>
        </pc:sldMkLst>
        <pc:spChg chg="add mod">
          <ac:chgData name="Deepa Yadav" userId="8b3028eea70d7ef5" providerId="LiveId" clId="{D0E2D663-786B-4521-878E-66A7A371B223}" dt="2026-09-16T09:57:51.377" v="728" actId="1076"/>
          <ac:spMkLst>
            <pc:docMk/>
            <pc:sldMk cId="2324063659" sldId="265"/>
            <ac:spMk id="3" creationId="{32F20C0D-07C1-C50D-DBE9-0A97806F5B96}"/>
          </ac:spMkLst>
        </pc:spChg>
        <pc:graphicFrameChg chg="add mod">
          <ac:chgData name="Deepa Yadav" userId="8b3028eea70d7ef5" providerId="LiveId" clId="{D0E2D663-786B-4521-878E-66A7A371B223}" dt="2026-09-16T10:03:35.812" v="790" actId="1076"/>
          <ac:graphicFrameMkLst>
            <pc:docMk/>
            <pc:sldMk cId="2324063659" sldId="265"/>
            <ac:graphicFrameMk id="4" creationId="{D0291786-5B7F-7CE2-E0B4-0BBB56D4C8C0}"/>
          </ac:graphicFrameMkLst>
        </pc:graphicFrameChg>
        <pc:graphicFrameChg chg="del mod">
          <ac:chgData name="Deepa Yadav" userId="8b3028eea70d7ef5" providerId="LiveId" clId="{D0E2D663-786B-4521-878E-66A7A371B223}" dt="2026-09-16T09:54:48.493" v="651" actId="21"/>
          <ac:graphicFrameMkLst>
            <pc:docMk/>
            <pc:sldMk cId="2324063659" sldId="265"/>
            <ac:graphicFrameMk id="8" creationId="{03A50A76-E490-B197-5C2D-263847F853B4}"/>
          </ac:graphicFrameMkLst>
        </pc:graphicFrameChg>
      </pc:sldChg>
      <pc:sldChg chg="addSp delSp modSp mod modTransition modAnim">
        <pc:chgData name="Deepa Yadav" userId="8b3028eea70d7ef5" providerId="LiveId" clId="{D0E2D663-786B-4521-878E-66A7A371B223}" dt="2026-09-16T10:11:19.043" v="847"/>
        <pc:sldMkLst>
          <pc:docMk/>
          <pc:sldMk cId="3504616957" sldId="266"/>
        </pc:sldMkLst>
        <pc:spChg chg="mod">
          <ac:chgData name="Deepa Yadav" userId="8b3028eea70d7ef5" providerId="LiveId" clId="{D0E2D663-786B-4521-878E-66A7A371B223}" dt="2026-09-16T07:41:49.768" v="84" actId="12"/>
          <ac:spMkLst>
            <pc:docMk/>
            <pc:sldMk cId="3504616957" sldId="266"/>
            <ac:spMk id="2" creationId="{75B888E9-99F2-972D-2588-77C1B2A4869F}"/>
          </ac:spMkLst>
        </pc:spChg>
        <pc:spChg chg="mod">
          <ac:chgData name="Deepa Yadav" userId="8b3028eea70d7ef5" providerId="LiveId" clId="{D0E2D663-786B-4521-878E-66A7A371B223}" dt="2026-09-16T09:49:42.400" v="503" actId="1076"/>
          <ac:spMkLst>
            <pc:docMk/>
            <pc:sldMk cId="3504616957" sldId="266"/>
            <ac:spMk id="3" creationId="{0E5B61DB-A857-44B1-5EBF-DE6E2781F57D}"/>
          </ac:spMkLst>
        </pc:spChg>
        <pc:spChg chg="add del">
          <ac:chgData name="Deepa Yadav" userId="8b3028eea70d7ef5" providerId="LiveId" clId="{D0E2D663-786B-4521-878E-66A7A371B223}" dt="2026-09-16T07:40:53.430" v="76" actId="11529"/>
          <ac:spMkLst>
            <pc:docMk/>
            <pc:sldMk cId="3504616957" sldId="266"/>
            <ac:spMk id="4" creationId="{1E6594F4-0590-77AA-0485-4BB5B8F4C1CD}"/>
          </ac:spMkLst>
        </pc:spChg>
        <pc:spChg chg="add del mod">
          <ac:chgData name="Deepa Yadav" userId="8b3028eea70d7ef5" providerId="LiveId" clId="{D0E2D663-786B-4521-878E-66A7A371B223}" dt="2026-09-16T07:41:27.531" v="80" actId="11529"/>
          <ac:spMkLst>
            <pc:docMk/>
            <pc:sldMk cId="3504616957" sldId="266"/>
            <ac:spMk id="5" creationId="{3F2A1E7D-F468-57EB-F0AC-F891D69785D7}"/>
          </ac:spMkLst>
        </pc:spChg>
        <pc:spChg chg="add mod">
          <ac:chgData name="Deepa Yadav" userId="8b3028eea70d7ef5" providerId="LiveId" clId="{D0E2D663-786B-4521-878E-66A7A371B223}" dt="2026-09-16T07:44:09.247" v="98" actId="931"/>
          <ac:spMkLst>
            <pc:docMk/>
            <pc:sldMk cId="3504616957" sldId="266"/>
            <ac:spMk id="10" creationId="{B0FAD14B-CD04-2076-01CA-5607D8DC4B18}"/>
          </ac:spMkLst>
        </pc:spChg>
        <pc:picChg chg="add mod">
          <ac:chgData name="Deepa Yadav" userId="8b3028eea70d7ef5" providerId="LiveId" clId="{D0E2D663-786B-4521-878E-66A7A371B223}" dt="2026-09-16T07:48:18.012" v="104" actId="1076"/>
          <ac:picMkLst>
            <pc:docMk/>
            <pc:sldMk cId="3504616957" sldId="266"/>
            <ac:picMk id="7" creationId="{213F2214-4B10-C44A-584F-20CF0CA0E028}"/>
          </ac:picMkLst>
        </pc:picChg>
        <pc:picChg chg="add mod">
          <ac:chgData name="Deepa Yadav" userId="8b3028eea70d7ef5" providerId="LiveId" clId="{D0E2D663-786B-4521-878E-66A7A371B223}" dt="2026-09-16T07:44:08.735" v="97" actId="1076"/>
          <ac:picMkLst>
            <pc:docMk/>
            <pc:sldMk cId="3504616957" sldId="266"/>
            <ac:picMk id="9" creationId="{61001720-A959-E6A8-5906-1356A69B787A}"/>
          </ac:picMkLst>
        </pc:picChg>
        <pc:picChg chg="add mod">
          <ac:chgData name="Deepa Yadav" userId="8b3028eea70d7ef5" providerId="LiveId" clId="{D0E2D663-786B-4521-878E-66A7A371B223}" dt="2026-09-16T10:08:37.147" v="816" actId="1076"/>
          <ac:picMkLst>
            <pc:docMk/>
            <pc:sldMk cId="3504616957" sldId="266"/>
            <ac:picMk id="12" creationId="{2D67D857-427C-39C8-5EE3-1ED8020C685B}"/>
          </ac:picMkLst>
        </pc:picChg>
      </pc:sldChg>
      <pc:sldChg chg="addSp delSp modSp new mod modTransition setBg modAnim">
        <pc:chgData name="Deepa Yadav" userId="8b3028eea70d7ef5" providerId="LiveId" clId="{D0E2D663-786B-4521-878E-66A7A371B223}" dt="2026-09-16T10:11:19.043" v="847"/>
        <pc:sldMkLst>
          <pc:docMk/>
          <pc:sldMk cId="3280514654" sldId="267"/>
        </pc:sldMkLst>
        <pc:spChg chg="add mod">
          <ac:chgData name="Deepa Yadav" userId="8b3028eea70d7ef5" providerId="LiveId" clId="{D0E2D663-786B-4521-878E-66A7A371B223}" dt="2026-09-16T10:10:53.301" v="829" actId="20577"/>
          <ac:spMkLst>
            <pc:docMk/>
            <pc:sldMk cId="3280514654" sldId="267"/>
            <ac:spMk id="2" creationId="{8DB024B4-E0FF-6C19-2476-62F8CCCC8EE1}"/>
          </ac:spMkLst>
        </pc:spChg>
        <pc:spChg chg="add mod">
          <ac:chgData name="Deepa Yadav" userId="8b3028eea70d7ef5" providerId="LiveId" clId="{D0E2D663-786B-4521-878E-66A7A371B223}" dt="2026-09-16T10:10:45.587" v="826" actId="14100"/>
          <ac:spMkLst>
            <pc:docMk/>
            <pc:sldMk cId="3280514654" sldId="267"/>
            <ac:spMk id="3" creationId="{46D2CE9B-3193-C8CF-CAC1-D373487B699C}"/>
          </ac:spMkLst>
        </pc:spChg>
        <pc:picChg chg="add del mod">
          <ac:chgData name="Deepa Yadav" userId="8b3028eea70d7ef5" providerId="LiveId" clId="{D0E2D663-786B-4521-878E-66A7A371B223}" dt="2026-09-16T09:49:01.330" v="493" actId="931"/>
          <ac:picMkLst>
            <pc:docMk/>
            <pc:sldMk cId="3280514654" sldId="267"/>
            <ac:picMk id="5" creationId="{29781548-52BE-2461-932A-BFDF0EA60008}"/>
          </ac:picMkLst>
        </pc:picChg>
        <pc:picChg chg="add mod">
          <ac:chgData name="Deepa Yadav" userId="8b3028eea70d7ef5" providerId="LiveId" clId="{D0E2D663-786B-4521-878E-66A7A371B223}" dt="2026-09-16T10:10:47.962" v="827" actId="1076"/>
          <ac:picMkLst>
            <pc:docMk/>
            <pc:sldMk cId="3280514654" sldId="267"/>
            <ac:picMk id="7" creationId="{6EE9C1BF-9697-9703-9A01-F5947DFFDFFC}"/>
          </ac:picMkLst>
        </pc:picChg>
      </pc:sldChg>
      <pc:sldChg chg="addSp modSp new mod modTransition setBg modAnim">
        <pc:chgData name="Deepa Yadav" userId="8b3028eea70d7ef5" providerId="LiveId" clId="{D0E2D663-786B-4521-878E-66A7A371B223}" dt="2026-09-16T10:11:19.043" v="847"/>
        <pc:sldMkLst>
          <pc:docMk/>
          <pc:sldMk cId="2800194441" sldId="268"/>
        </pc:sldMkLst>
        <pc:spChg chg="add mod">
          <ac:chgData name="Deepa Yadav" userId="8b3028eea70d7ef5" providerId="LiveId" clId="{D0E2D663-786B-4521-878E-66A7A371B223}" dt="2026-09-16T09:54:15.806" v="649" actId="1076"/>
          <ac:spMkLst>
            <pc:docMk/>
            <pc:sldMk cId="2800194441" sldId="268"/>
            <ac:spMk id="3" creationId="{BD4EF802-8092-CD43-D016-A5B462730002}"/>
          </ac:spMkLst>
        </pc:spChg>
        <pc:spChg chg="add mod">
          <ac:chgData name="Deepa Yadav" userId="8b3028eea70d7ef5" providerId="LiveId" clId="{D0E2D663-786B-4521-878E-66A7A371B223}" dt="2026-09-16T09:55:54.190" v="694" actId="13822"/>
          <ac:spMkLst>
            <pc:docMk/>
            <pc:sldMk cId="2800194441" sldId="268"/>
            <ac:spMk id="4" creationId="{39FCF5CB-4E73-719F-8677-2ECE93B3F09E}"/>
          </ac:spMkLst>
        </pc:spChg>
        <pc:graphicFrameChg chg="add mod modGraphic">
          <ac:chgData name="Deepa Yadav" userId="8b3028eea70d7ef5" providerId="LiveId" clId="{D0E2D663-786B-4521-878E-66A7A371B223}" dt="2026-09-16T09:53:59.932" v="646" actId="207"/>
          <ac:graphicFrameMkLst>
            <pc:docMk/>
            <pc:sldMk cId="2800194441" sldId="268"/>
            <ac:graphicFrameMk id="2" creationId="{E1AC226F-2833-1248-3036-A50B6A927E03}"/>
          </ac:graphicFrameMkLst>
        </pc:graphicFrameChg>
      </pc:sldChg>
      <pc:sldChg chg="addSp modSp new mod modTransition setBg modAnim">
        <pc:chgData name="Deepa Yadav" userId="8b3028eea70d7ef5" providerId="LiveId" clId="{D0E2D663-786B-4521-878E-66A7A371B223}" dt="2026-09-16T10:11:19.043" v="847"/>
        <pc:sldMkLst>
          <pc:docMk/>
          <pc:sldMk cId="2221392274" sldId="269"/>
        </pc:sldMkLst>
        <pc:spChg chg="add mod">
          <ac:chgData name="Deepa Yadav" userId="8b3028eea70d7ef5" providerId="LiveId" clId="{D0E2D663-786B-4521-878E-66A7A371B223}" dt="2026-09-16T09:45:24.015" v="353" actId="1076"/>
          <ac:spMkLst>
            <pc:docMk/>
            <pc:sldMk cId="2221392274" sldId="269"/>
            <ac:spMk id="2" creationId="{45F0F75E-82E5-34FF-6562-009D7A7C7B34}"/>
          </ac:spMkLst>
        </pc:spChg>
        <pc:spChg chg="add mod">
          <ac:chgData name="Deepa Yadav" userId="8b3028eea70d7ef5" providerId="LiveId" clId="{D0E2D663-786B-4521-878E-66A7A371B223}" dt="2026-09-16T09:46:40.090" v="405" actId="20577"/>
          <ac:spMkLst>
            <pc:docMk/>
            <pc:sldMk cId="2221392274" sldId="269"/>
            <ac:spMk id="3" creationId="{7F8739CF-1C2E-5468-B2AB-C076CEF80210}"/>
          </ac:spMkLst>
        </pc:spChg>
      </pc:sldChg>
      <pc:sldChg chg="new modTransition setBg">
        <pc:chgData name="Deepa Yadav" userId="8b3028eea70d7ef5" providerId="LiveId" clId="{D0E2D663-786B-4521-878E-66A7A371B223}" dt="2026-09-16T10:11:19.043" v="847"/>
        <pc:sldMkLst>
          <pc:docMk/>
          <pc:sldMk cId="1081197041" sldId="270"/>
        </pc:sldMkLst>
      </pc:sldChg>
      <pc:sldMasterChg chg="modTransition modSldLayout">
        <pc:chgData name="Deepa Yadav" userId="8b3028eea70d7ef5" providerId="LiveId" clId="{D0E2D663-786B-4521-878E-66A7A371B223}" dt="2026-09-16T10:11:19.043" v="847"/>
        <pc:sldMasterMkLst>
          <pc:docMk/>
          <pc:sldMasterMk cId="3386128142" sldId="2147483648"/>
        </pc:sldMasterMkLst>
        <pc:sldLayoutChg chg="modTransition">
          <pc:chgData name="Deepa Yadav" userId="8b3028eea70d7ef5" providerId="LiveId" clId="{D0E2D663-786B-4521-878E-66A7A371B223}" dt="2026-09-16T10:11:19.043" v="847"/>
          <pc:sldLayoutMkLst>
            <pc:docMk/>
            <pc:sldMasterMk cId="3386128142" sldId="2147483648"/>
            <pc:sldLayoutMk cId="3268445512" sldId="2147483649"/>
          </pc:sldLayoutMkLst>
        </pc:sldLayoutChg>
        <pc:sldLayoutChg chg="modTransition">
          <pc:chgData name="Deepa Yadav" userId="8b3028eea70d7ef5" providerId="LiveId" clId="{D0E2D663-786B-4521-878E-66A7A371B223}" dt="2026-09-16T10:11:19.043" v="847"/>
          <pc:sldLayoutMkLst>
            <pc:docMk/>
            <pc:sldMasterMk cId="3386128142" sldId="2147483648"/>
            <pc:sldLayoutMk cId="1293931623" sldId="2147483650"/>
          </pc:sldLayoutMkLst>
        </pc:sldLayoutChg>
        <pc:sldLayoutChg chg="modTransition">
          <pc:chgData name="Deepa Yadav" userId="8b3028eea70d7ef5" providerId="LiveId" clId="{D0E2D663-786B-4521-878E-66A7A371B223}" dt="2026-09-16T10:11:19.043" v="847"/>
          <pc:sldLayoutMkLst>
            <pc:docMk/>
            <pc:sldMasterMk cId="3386128142" sldId="2147483648"/>
            <pc:sldLayoutMk cId="1145154700" sldId="2147483651"/>
          </pc:sldLayoutMkLst>
        </pc:sldLayoutChg>
        <pc:sldLayoutChg chg="modTransition">
          <pc:chgData name="Deepa Yadav" userId="8b3028eea70d7ef5" providerId="LiveId" clId="{D0E2D663-786B-4521-878E-66A7A371B223}" dt="2026-09-16T10:11:19.043" v="847"/>
          <pc:sldLayoutMkLst>
            <pc:docMk/>
            <pc:sldMasterMk cId="3386128142" sldId="2147483648"/>
            <pc:sldLayoutMk cId="522232761" sldId="2147483652"/>
          </pc:sldLayoutMkLst>
        </pc:sldLayoutChg>
        <pc:sldLayoutChg chg="modTransition">
          <pc:chgData name="Deepa Yadav" userId="8b3028eea70d7ef5" providerId="LiveId" clId="{D0E2D663-786B-4521-878E-66A7A371B223}" dt="2026-09-16T10:11:19.043" v="847"/>
          <pc:sldLayoutMkLst>
            <pc:docMk/>
            <pc:sldMasterMk cId="3386128142" sldId="2147483648"/>
            <pc:sldLayoutMk cId="1552511868" sldId="2147483653"/>
          </pc:sldLayoutMkLst>
        </pc:sldLayoutChg>
        <pc:sldLayoutChg chg="modTransition">
          <pc:chgData name="Deepa Yadav" userId="8b3028eea70d7ef5" providerId="LiveId" clId="{D0E2D663-786B-4521-878E-66A7A371B223}" dt="2026-09-16T10:11:19.043" v="847"/>
          <pc:sldLayoutMkLst>
            <pc:docMk/>
            <pc:sldMasterMk cId="3386128142" sldId="2147483648"/>
            <pc:sldLayoutMk cId="3937226297" sldId="2147483654"/>
          </pc:sldLayoutMkLst>
        </pc:sldLayoutChg>
        <pc:sldLayoutChg chg="modTransition">
          <pc:chgData name="Deepa Yadav" userId="8b3028eea70d7ef5" providerId="LiveId" clId="{D0E2D663-786B-4521-878E-66A7A371B223}" dt="2026-09-16T10:11:19.043" v="847"/>
          <pc:sldLayoutMkLst>
            <pc:docMk/>
            <pc:sldMasterMk cId="3386128142" sldId="2147483648"/>
            <pc:sldLayoutMk cId="1155625343" sldId="2147483655"/>
          </pc:sldLayoutMkLst>
        </pc:sldLayoutChg>
        <pc:sldLayoutChg chg="modTransition">
          <pc:chgData name="Deepa Yadav" userId="8b3028eea70d7ef5" providerId="LiveId" clId="{D0E2D663-786B-4521-878E-66A7A371B223}" dt="2026-09-16T10:11:19.043" v="847"/>
          <pc:sldLayoutMkLst>
            <pc:docMk/>
            <pc:sldMasterMk cId="3386128142" sldId="2147483648"/>
            <pc:sldLayoutMk cId="1838615250" sldId="2147483656"/>
          </pc:sldLayoutMkLst>
        </pc:sldLayoutChg>
        <pc:sldLayoutChg chg="modTransition">
          <pc:chgData name="Deepa Yadav" userId="8b3028eea70d7ef5" providerId="LiveId" clId="{D0E2D663-786B-4521-878E-66A7A371B223}" dt="2026-09-16T10:11:19.043" v="847"/>
          <pc:sldLayoutMkLst>
            <pc:docMk/>
            <pc:sldMasterMk cId="3386128142" sldId="2147483648"/>
            <pc:sldLayoutMk cId="466835341" sldId="2147483657"/>
          </pc:sldLayoutMkLst>
        </pc:sldLayoutChg>
        <pc:sldLayoutChg chg="modTransition">
          <pc:chgData name="Deepa Yadav" userId="8b3028eea70d7ef5" providerId="LiveId" clId="{D0E2D663-786B-4521-878E-66A7A371B223}" dt="2026-09-16T10:11:19.043" v="847"/>
          <pc:sldLayoutMkLst>
            <pc:docMk/>
            <pc:sldMasterMk cId="3386128142" sldId="2147483648"/>
            <pc:sldLayoutMk cId="1657970315" sldId="2147483658"/>
          </pc:sldLayoutMkLst>
        </pc:sldLayoutChg>
        <pc:sldLayoutChg chg="modTransition">
          <pc:chgData name="Deepa Yadav" userId="8b3028eea70d7ef5" providerId="LiveId" clId="{D0E2D663-786B-4521-878E-66A7A371B223}" dt="2026-09-16T10:11:19.043" v="847"/>
          <pc:sldLayoutMkLst>
            <pc:docMk/>
            <pc:sldMasterMk cId="3386128142" sldId="2147483648"/>
            <pc:sldLayoutMk cId="317674167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5750780384508705E-2"/>
          <c:y val="0.13566034435262414"/>
          <c:w val="0.94439823936804357"/>
          <c:h val="0.7376145730087591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 Index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40</c:v>
                </c:pt>
                <c:pt idx="2">
                  <c:v>58</c:v>
                </c:pt>
                <c:pt idx="3">
                  <c:v>72</c:v>
                </c:pt>
                <c:pt idx="4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82F-4571-A949-4DB7855D6F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Year2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6-D82F-4571-A949-4DB7855D6F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7-D82F-4571-A949-4DB7855D6F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011726767"/>
        <c:axId val="653929263"/>
        <c:axId val="508415919"/>
      </c:bar3DChart>
      <c:catAx>
        <c:axId val="1011726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3929263"/>
        <c:crosses val="autoZero"/>
        <c:auto val="1"/>
        <c:lblAlgn val="ctr"/>
        <c:lblOffset val="100"/>
        <c:noMultiLvlLbl val="0"/>
      </c:catAx>
      <c:valAx>
        <c:axId val="653929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726767"/>
        <c:crosses val="autoZero"/>
        <c:crossBetween val="between"/>
      </c:valAx>
      <c:serAx>
        <c:axId val="50841591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3929263"/>
        <c:crosses val="autoZero"/>
      </c:ser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1069DC-B08C-4B76-8985-E85CA2245C9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589932D-8844-4344-93D0-6430CC407322}">
      <dgm:prSet phldrT="[Text]" phldr="0"/>
      <dgm:spPr/>
      <dgm:t>
        <a:bodyPr/>
        <a:lstStyle/>
        <a:p>
          <a:r>
            <a:rPr lang="en-IN" dirty="0"/>
            <a:t>Digital Payment</a:t>
          </a:r>
        </a:p>
      </dgm:t>
    </dgm:pt>
    <dgm:pt modelId="{5E37AD93-E90C-4725-92A6-4BC8EB24BE58}" type="parTrans" cxnId="{942E7141-9EFF-476E-8AB8-5E70110B33D9}">
      <dgm:prSet/>
      <dgm:spPr/>
      <dgm:t>
        <a:bodyPr/>
        <a:lstStyle/>
        <a:p>
          <a:endParaRPr lang="en-IN"/>
        </a:p>
      </dgm:t>
    </dgm:pt>
    <dgm:pt modelId="{54B798AD-24FC-49AB-81E7-A0E4CFBF0559}" type="sibTrans" cxnId="{942E7141-9EFF-476E-8AB8-5E70110B33D9}">
      <dgm:prSet/>
      <dgm:spPr/>
      <dgm:t>
        <a:bodyPr/>
        <a:lstStyle/>
        <a:p>
          <a:endParaRPr lang="en-IN"/>
        </a:p>
      </dgm:t>
    </dgm:pt>
    <dgm:pt modelId="{DB39B763-E3EB-4731-AEEB-C08A4C06A465}">
      <dgm:prSet phldrT="[Text]" phldr="0"/>
      <dgm:spPr/>
      <dgm:t>
        <a:bodyPr/>
        <a:lstStyle/>
        <a:p>
          <a:r>
            <a:rPr lang="en-IN" dirty="0"/>
            <a:t>E-Governance</a:t>
          </a:r>
        </a:p>
      </dgm:t>
    </dgm:pt>
    <dgm:pt modelId="{00830490-061B-49BE-86BA-317E79D47BFB}" type="parTrans" cxnId="{F2E2AE73-D408-435E-92A1-CC929BCBCEB0}">
      <dgm:prSet/>
      <dgm:spPr/>
      <dgm:t>
        <a:bodyPr/>
        <a:lstStyle/>
        <a:p>
          <a:endParaRPr lang="en-IN"/>
        </a:p>
      </dgm:t>
    </dgm:pt>
    <dgm:pt modelId="{030D5EE0-C63E-4901-92EF-D75360B4E375}" type="sibTrans" cxnId="{F2E2AE73-D408-435E-92A1-CC929BCBCEB0}">
      <dgm:prSet/>
      <dgm:spPr/>
      <dgm:t>
        <a:bodyPr/>
        <a:lstStyle/>
        <a:p>
          <a:endParaRPr lang="en-IN"/>
        </a:p>
      </dgm:t>
    </dgm:pt>
    <dgm:pt modelId="{4F4FE09F-89AC-433A-9453-6847899F3774}">
      <dgm:prSet phldrT="[Text]" phldr="0"/>
      <dgm:spPr/>
      <dgm:t>
        <a:bodyPr/>
        <a:lstStyle/>
        <a:p>
          <a:r>
            <a:rPr lang="en-IN" dirty="0"/>
            <a:t>Digital Education</a:t>
          </a:r>
        </a:p>
      </dgm:t>
    </dgm:pt>
    <dgm:pt modelId="{5D4B1D02-9555-4D4D-BADB-4ACD2B5032AD}" type="parTrans" cxnId="{25E51BB4-0663-41F0-8E0E-C236829822ED}">
      <dgm:prSet/>
      <dgm:spPr/>
      <dgm:t>
        <a:bodyPr/>
        <a:lstStyle/>
        <a:p>
          <a:endParaRPr lang="en-IN"/>
        </a:p>
      </dgm:t>
    </dgm:pt>
    <dgm:pt modelId="{55EB88E5-3C85-453B-9F9A-1FB31EA2E84C}" type="sibTrans" cxnId="{25E51BB4-0663-41F0-8E0E-C236829822ED}">
      <dgm:prSet/>
      <dgm:spPr/>
      <dgm:t>
        <a:bodyPr/>
        <a:lstStyle/>
        <a:p>
          <a:endParaRPr lang="en-IN"/>
        </a:p>
      </dgm:t>
    </dgm:pt>
    <dgm:pt modelId="{9AFB3464-A768-49EA-B072-C0A1D614C480}">
      <dgm:prSet phldrT="[Text]" phldr="0"/>
      <dgm:spPr/>
      <dgm:t>
        <a:bodyPr/>
        <a:lstStyle/>
        <a:p>
          <a:r>
            <a:rPr lang="en-IN" dirty="0"/>
            <a:t>Digital Healthcare</a:t>
          </a:r>
        </a:p>
      </dgm:t>
    </dgm:pt>
    <dgm:pt modelId="{B2A545C3-946D-40DB-90A7-A2C119F05606}" type="parTrans" cxnId="{4B818889-A8E7-4115-84F4-6FB25609D7C6}">
      <dgm:prSet/>
      <dgm:spPr/>
      <dgm:t>
        <a:bodyPr/>
        <a:lstStyle/>
        <a:p>
          <a:endParaRPr lang="en-IN"/>
        </a:p>
      </dgm:t>
    </dgm:pt>
    <dgm:pt modelId="{DB6F2888-EFD9-49B6-9315-252DE7022BDE}" type="sibTrans" cxnId="{4B818889-A8E7-4115-84F4-6FB25609D7C6}">
      <dgm:prSet/>
      <dgm:spPr/>
      <dgm:t>
        <a:bodyPr/>
        <a:lstStyle/>
        <a:p>
          <a:endParaRPr lang="en-IN"/>
        </a:p>
      </dgm:t>
    </dgm:pt>
    <dgm:pt modelId="{ABB10F50-AABB-4CCA-AA99-303705352C6A}">
      <dgm:prSet phldrT="[Text]" phldr="0"/>
      <dgm:spPr/>
      <dgm:t>
        <a:bodyPr/>
        <a:lstStyle/>
        <a:p>
          <a:r>
            <a:rPr lang="en-IN" dirty="0"/>
            <a:t>Online Banking</a:t>
          </a:r>
        </a:p>
      </dgm:t>
    </dgm:pt>
    <dgm:pt modelId="{5D60839F-5D67-4FD8-B831-95D5DD328D93}" type="parTrans" cxnId="{C7B805D1-33ED-47BF-B33E-CD552FCA6295}">
      <dgm:prSet/>
      <dgm:spPr/>
      <dgm:t>
        <a:bodyPr/>
        <a:lstStyle/>
        <a:p>
          <a:endParaRPr lang="en-IN"/>
        </a:p>
      </dgm:t>
    </dgm:pt>
    <dgm:pt modelId="{EFC62A3D-2811-4697-A9EA-106732E08AFD}" type="sibTrans" cxnId="{C7B805D1-33ED-47BF-B33E-CD552FCA6295}">
      <dgm:prSet/>
      <dgm:spPr/>
      <dgm:t>
        <a:bodyPr/>
        <a:lstStyle/>
        <a:p>
          <a:endParaRPr lang="en-IN"/>
        </a:p>
      </dgm:t>
    </dgm:pt>
    <dgm:pt modelId="{7E1DC9F4-DC6D-424A-B6D6-3C0D7398179B}">
      <dgm:prSet phldrT="[Text]" phldr="0"/>
      <dgm:spPr/>
      <dgm:t>
        <a:bodyPr/>
        <a:lstStyle/>
        <a:p>
          <a:r>
            <a:rPr lang="en-IN" dirty="0"/>
            <a:t>Digital Infrastructure</a:t>
          </a:r>
        </a:p>
      </dgm:t>
    </dgm:pt>
    <dgm:pt modelId="{5D1ACF2D-D7A8-47B1-BFBD-97C2FCF7B734}" type="parTrans" cxnId="{1BEF4E3E-A939-4FEB-9C35-CC9653A0F22F}">
      <dgm:prSet/>
      <dgm:spPr/>
      <dgm:t>
        <a:bodyPr/>
        <a:lstStyle/>
        <a:p>
          <a:endParaRPr lang="en-IN"/>
        </a:p>
      </dgm:t>
    </dgm:pt>
    <dgm:pt modelId="{CBFFDDF6-548E-4522-8EE7-BA3ED0157AED}" type="sibTrans" cxnId="{1BEF4E3E-A939-4FEB-9C35-CC9653A0F22F}">
      <dgm:prSet/>
      <dgm:spPr/>
      <dgm:t>
        <a:bodyPr/>
        <a:lstStyle/>
        <a:p>
          <a:endParaRPr lang="en-IN"/>
        </a:p>
      </dgm:t>
    </dgm:pt>
    <dgm:pt modelId="{628F509F-DA53-40FE-8F2B-F7048B41900F}" type="pres">
      <dgm:prSet presAssocID="{281069DC-B08C-4B76-8985-E85CA2245C90}" presName="Name0" presStyleCnt="0">
        <dgm:presLayoutVars>
          <dgm:chMax val="7"/>
          <dgm:chPref val="7"/>
          <dgm:dir/>
        </dgm:presLayoutVars>
      </dgm:prSet>
      <dgm:spPr/>
    </dgm:pt>
    <dgm:pt modelId="{D3BA2F01-0B42-460A-85CB-F0044958CF46}" type="pres">
      <dgm:prSet presAssocID="{281069DC-B08C-4B76-8985-E85CA2245C90}" presName="Name1" presStyleCnt="0"/>
      <dgm:spPr/>
    </dgm:pt>
    <dgm:pt modelId="{A9722DC6-970D-4282-A062-ECD78748105A}" type="pres">
      <dgm:prSet presAssocID="{281069DC-B08C-4B76-8985-E85CA2245C90}" presName="cycle" presStyleCnt="0"/>
      <dgm:spPr/>
    </dgm:pt>
    <dgm:pt modelId="{F18F9DA2-97D9-4C15-AEA8-055A03881D60}" type="pres">
      <dgm:prSet presAssocID="{281069DC-B08C-4B76-8985-E85CA2245C90}" presName="srcNode" presStyleLbl="node1" presStyleIdx="0" presStyleCnt="6"/>
      <dgm:spPr/>
    </dgm:pt>
    <dgm:pt modelId="{8ADFFE06-53D1-4B8D-8C6B-ABDDC2FD2AA0}" type="pres">
      <dgm:prSet presAssocID="{281069DC-B08C-4B76-8985-E85CA2245C90}" presName="conn" presStyleLbl="parChTrans1D2" presStyleIdx="0" presStyleCnt="1"/>
      <dgm:spPr/>
    </dgm:pt>
    <dgm:pt modelId="{2DA31174-F1DC-45CD-A277-54A6B9E44524}" type="pres">
      <dgm:prSet presAssocID="{281069DC-B08C-4B76-8985-E85CA2245C90}" presName="extraNode" presStyleLbl="node1" presStyleIdx="0" presStyleCnt="6"/>
      <dgm:spPr/>
    </dgm:pt>
    <dgm:pt modelId="{1E6DF25D-C39F-4BA8-91DA-F0C6CA8E05A8}" type="pres">
      <dgm:prSet presAssocID="{281069DC-B08C-4B76-8985-E85CA2245C90}" presName="dstNode" presStyleLbl="node1" presStyleIdx="0" presStyleCnt="6"/>
      <dgm:spPr/>
    </dgm:pt>
    <dgm:pt modelId="{CAE3688A-179B-43D8-B995-B7FA0CF953A7}" type="pres">
      <dgm:prSet presAssocID="{3589932D-8844-4344-93D0-6430CC407322}" presName="text_1" presStyleLbl="node1" presStyleIdx="0" presStyleCnt="6">
        <dgm:presLayoutVars>
          <dgm:bulletEnabled val="1"/>
        </dgm:presLayoutVars>
      </dgm:prSet>
      <dgm:spPr/>
    </dgm:pt>
    <dgm:pt modelId="{7B1BBDBC-B26E-44D1-A831-4298FBDD1571}" type="pres">
      <dgm:prSet presAssocID="{3589932D-8844-4344-93D0-6430CC407322}" presName="accent_1" presStyleCnt="0"/>
      <dgm:spPr/>
    </dgm:pt>
    <dgm:pt modelId="{27E7EF6C-6C5A-48C8-9CA1-66AB2574790E}" type="pres">
      <dgm:prSet presAssocID="{3589932D-8844-4344-93D0-6430CC407322}" presName="accentRepeatNode" presStyleLbl="solidFgAcc1" presStyleIdx="0" presStyleCnt="6" custScaleX="119904" custScaleY="115276" custLinFactNeighborX="-6652" custLinFactNeighborY="1160"/>
      <dgm:spPr/>
    </dgm:pt>
    <dgm:pt modelId="{8E39CFC2-CDE0-40C6-BA44-7AE20B3BF211}" type="pres">
      <dgm:prSet presAssocID="{DB39B763-E3EB-4731-AEEB-C08A4C06A465}" presName="text_2" presStyleLbl="node1" presStyleIdx="1" presStyleCnt="6" custLinFactNeighborX="2814" custLinFactNeighborY="11298">
        <dgm:presLayoutVars>
          <dgm:bulletEnabled val="1"/>
        </dgm:presLayoutVars>
      </dgm:prSet>
      <dgm:spPr/>
    </dgm:pt>
    <dgm:pt modelId="{3943AB2A-D39C-49CB-B65E-3B3CAEA8128C}" type="pres">
      <dgm:prSet presAssocID="{DB39B763-E3EB-4731-AEEB-C08A4C06A465}" presName="accent_2" presStyleCnt="0"/>
      <dgm:spPr/>
    </dgm:pt>
    <dgm:pt modelId="{09D1C121-FBCB-4129-B775-D778A5481B3A}" type="pres">
      <dgm:prSet presAssocID="{DB39B763-E3EB-4731-AEEB-C08A4C06A465}" presName="accentRepeatNode" presStyleLbl="solidFgAcc1" presStyleIdx="1" presStyleCnt="6" custScaleX="126475" custScaleY="118446" custLinFactNeighborX="-15425" custLinFactNeighborY="10471"/>
      <dgm:spPr/>
    </dgm:pt>
    <dgm:pt modelId="{47C2A927-1E9A-4DFF-91BF-460507CCB55C}" type="pres">
      <dgm:prSet presAssocID="{4F4FE09F-89AC-433A-9453-6847899F3774}" presName="text_3" presStyleLbl="node1" presStyleIdx="2" presStyleCnt="6" custLinFactNeighborX="-79" custLinFactNeighborY="10359">
        <dgm:presLayoutVars>
          <dgm:bulletEnabled val="1"/>
        </dgm:presLayoutVars>
      </dgm:prSet>
      <dgm:spPr/>
    </dgm:pt>
    <dgm:pt modelId="{39F8EBFC-493D-4C4C-B6F5-14747BCBAC31}" type="pres">
      <dgm:prSet presAssocID="{4F4FE09F-89AC-433A-9453-6847899F3774}" presName="accent_3" presStyleCnt="0"/>
      <dgm:spPr/>
    </dgm:pt>
    <dgm:pt modelId="{62320235-09AB-4E28-820E-292C71A1B68C}" type="pres">
      <dgm:prSet presAssocID="{4F4FE09F-89AC-433A-9453-6847899F3774}" presName="accentRepeatNode" presStyleLbl="solidFgAcc1" presStyleIdx="2" presStyleCnt="6" custScaleX="130388" custScaleY="117223" custLinFactNeighborX="-4843" custLinFactNeighborY="8323"/>
      <dgm:spPr/>
    </dgm:pt>
    <dgm:pt modelId="{599A3C4C-96EE-4711-9170-97EF8FE542D4}" type="pres">
      <dgm:prSet presAssocID="{9AFB3464-A768-49EA-B072-C0A1D614C480}" presName="text_4" presStyleLbl="node1" presStyleIdx="3" presStyleCnt="6" custLinFactNeighborX="-79" custLinFactNeighborY="13725">
        <dgm:presLayoutVars>
          <dgm:bulletEnabled val="1"/>
        </dgm:presLayoutVars>
      </dgm:prSet>
      <dgm:spPr/>
    </dgm:pt>
    <dgm:pt modelId="{7DF54625-7DF6-490E-BD9B-2DCA305C8B09}" type="pres">
      <dgm:prSet presAssocID="{9AFB3464-A768-49EA-B072-C0A1D614C480}" presName="accent_4" presStyleCnt="0"/>
      <dgm:spPr/>
    </dgm:pt>
    <dgm:pt modelId="{0FF34CE8-D025-4E62-8F79-C5BDCD6D90CE}" type="pres">
      <dgm:prSet presAssocID="{9AFB3464-A768-49EA-B072-C0A1D614C480}" presName="accentRepeatNode" presStyleLbl="solidFgAcc1" presStyleIdx="3" presStyleCnt="6" custScaleX="126165" custScaleY="125615" custLinFactNeighborX="-22710" custLinFactNeighborY="12686"/>
      <dgm:spPr/>
    </dgm:pt>
    <dgm:pt modelId="{290B7D50-3B54-4759-9F74-AF650DE7B532}" type="pres">
      <dgm:prSet presAssocID="{ABB10F50-AABB-4CCA-AA99-303705352C6A}" presName="text_5" presStyleLbl="node1" presStyleIdx="4" presStyleCnt="6" custLinFactNeighborX="1408" custLinFactNeighborY="26912">
        <dgm:presLayoutVars>
          <dgm:bulletEnabled val="1"/>
        </dgm:presLayoutVars>
      </dgm:prSet>
      <dgm:spPr/>
    </dgm:pt>
    <dgm:pt modelId="{970AC678-2CB3-4805-92A4-6CA92CD34038}" type="pres">
      <dgm:prSet presAssocID="{ABB10F50-AABB-4CCA-AA99-303705352C6A}" presName="accent_5" presStyleCnt="0"/>
      <dgm:spPr/>
    </dgm:pt>
    <dgm:pt modelId="{1AEAF354-10CF-4215-A111-D8396AC4551A}" type="pres">
      <dgm:prSet presAssocID="{ABB10F50-AABB-4CCA-AA99-303705352C6A}" presName="accentRepeatNode" presStyleLbl="solidFgAcc1" presStyleIdx="4" presStyleCnt="6" custScaleX="119043" custScaleY="117129" custLinFactNeighborX="-14274" custLinFactNeighborY="26077"/>
      <dgm:spPr/>
    </dgm:pt>
    <dgm:pt modelId="{389CF52F-2297-44E5-9E70-3E3526D650B5}" type="pres">
      <dgm:prSet presAssocID="{7E1DC9F4-DC6D-424A-B6D6-3C0D7398179B}" presName="text_6" presStyleLbl="node1" presStyleIdx="5" presStyleCnt="6" custLinFactNeighborX="1641" custLinFactNeighborY="46924">
        <dgm:presLayoutVars>
          <dgm:bulletEnabled val="1"/>
        </dgm:presLayoutVars>
      </dgm:prSet>
      <dgm:spPr/>
    </dgm:pt>
    <dgm:pt modelId="{84B82D57-4DC5-4DA7-89FB-526765661A72}" type="pres">
      <dgm:prSet presAssocID="{7E1DC9F4-DC6D-424A-B6D6-3C0D7398179B}" presName="accent_6" presStyleCnt="0"/>
      <dgm:spPr/>
    </dgm:pt>
    <dgm:pt modelId="{ADD046E0-B521-4553-BCD1-21AEE5AD4268}" type="pres">
      <dgm:prSet presAssocID="{7E1DC9F4-DC6D-424A-B6D6-3C0D7398179B}" presName="accentRepeatNode" presStyleLbl="solidFgAcc1" presStyleIdx="5" presStyleCnt="6" custScaleX="113456" custScaleY="115707" custLinFactNeighborX="-10640" custLinFactNeighborY="43547"/>
      <dgm:spPr/>
    </dgm:pt>
  </dgm:ptLst>
  <dgm:cxnLst>
    <dgm:cxn modelId="{21584B05-8F50-42B5-9460-70A39D56A654}" type="presOf" srcId="{DB39B763-E3EB-4731-AEEB-C08A4C06A465}" destId="{8E39CFC2-CDE0-40C6-BA44-7AE20B3BF211}" srcOrd="0" destOrd="0" presId="urn:microsoft.com/office/officeart/2008/layout/VerticalCurvedList"/>
    <dgm:cxn modelId="{DDFBCB24-F1C3-44D4-9919-4783CAC6D175}" type="presOf" srcId="{ABB10F50-AABB-4CCA-AA99-303705352C6A}" destId="{290B7D50-3B54-4759-9F74-AF650DE7B532}" srcOrd="0" destOrd="0" presId="urn:microsoft.com/office/officeart/2008/layout/VerticalCurvedList"/>
    <dgm:cxn modelId="{F9529E28-B0E7-4A92-B7C8-8F66F4B8DB39}" type="presOf" srcId="{7E1DC9F4-DC6D-424A-B6D6-3C0D7398179B}" destId="{389CF52F-2297-44E5-9E70-3E3526D650B5}" srcOrd="0" destOrd="0" presId="urn:microsoft.com/office/officeart/2008/layout/VerticalCurvedList"/>
    <dgm:cxn modelId="{1BEF4E3E-A939-4FEB-9C35-CC9653A0F22F}" srcId="{281069DC-B08C-4B76-8985-E85CA2245C90}" destId="{7E1DC9F4-DC6D-424A-B6D6-3C0D7398179B}" srcOrd="5" destOrd="0" parTransId="{5D1ACF2D-D7A8-47B1-BFBD-97C2FCF7B734}" sibTransId="{CBFFDDF6-548E-4522-8EE7-BA3ED0157AED}"/>
    <dgm:cxn modelId="{942E7141-9EFF-476E-8AB8-5E70110B33D9}" srcId="{281069DC-B08C-4B76-8985-E85CA2245C90}" destId="{3589932D-8844-4344-93D0-6430CC407322}" srcOrd="0" destOrd="0" parTransId="{5E37AD93-E90C-4725-92A6-4BC8EB24BE58}" sibTransId="{54B798AD-24FC-49AB-81E7-A0E4CFBF0559}"/>
    <dgm:cxn modelId="{DA74DD68-6900-4EAE-A986-FA04E57239D8}" type="presOf" srcId="{54B798AD-24FC-49AB-81E7-A0E4CFBF0559}" destId="{8ADFFE06-53D1-4B8D-8C6B-ABDDC2FD2AA0}" srcOrd="0" destOrd="0" presId="urn:microsoft.com/office/officeart/2008/layout/VerticalCurvedList"/>
    <dgm:cxn modelId="{EB0EFC68-4156-4703-9BB0-B547382C6A10}" type="presOf" srcId="{3589932D-8844-4344-93D0-6430CC407322}" destId="{CAE3688A-179B-43D8-B995-B7FA0CF953A7}" srcOrd="0" destOrd="0" presId="urn:microsoft.com/office/officeart/2008/layout/VerticalCurvedList"/>
    <dgm:cxn modelId="{F2E2AE73-D408-435E-92A1-CC929BCBCEB0}" srcId="{281069DC-B08C-4B76-8985-E85CA2245C90}" destId="{DB39B763-E3EB-4731-AEEB-C08A4C06A465}" srcOrd="1" destOrd="0" parTransId="{00830490-061B-49BE-86BA-317E79D47BFB}" sibTransId="{030D5EE0-C63E-4901-92EF-D75360B4E375}"/>
    <dgm:cxn modelId="{4B818889-A8E7-4115-84F4-6FB25609D7C6}" srcId="{281069DC-B08C-4B76-8985-E85CA2245C90}" destId="{9AFB3464-A768-49EA-B072-C0A1D614C480}" srcOrd="3" destOrd="0" parTransId="{B2A545C3-946D-40DB-90A7-A2C119F05606}" sibTransId="{DB6F2888-EFD9-49B6-9315-252DE7022BDE}"/>
    <dgm:cxn modelId="{56AF4D92-6338-48A0-BD9A-6CADCE60F8D3}" type="presOf" srcId="{9AFB3464-A768-49EA-B072-C0A1D614C480}" destId="{599A3C4C-96EE-4711-9170-97EF8FE542D4}" srcOrd="0" destOrd="0" presId="urn:microsoft.com/office/officeart/2008/layout/VerticalCurvedList"/>
    <dgm:cxn modelId="{25E51BB4-0663-41F0-8E0E-C236829822ED}" srcId="{281069DC-B08C-4B76-8985-E85CA2245C90}" destId="{4F4FE09F-89AC-433A-9453-6847899F3774}" srcOrd="2" destOrd="0" parTransId="{5D4B1D02-9555-4D4D-BADB-4ACD2B5032AD}" sibTransId="{55EB88E5-3C85-453B-9F9A-1FB31EA2E84C}"/>
    <dgm:cxn modelId="{E3ADFFBA-39A6-4495-8B96-3C9F862AC7A3}" type="presOf" srcId="{4F4FE09F-89AC-433A-9453-6847899F3774}" destId="{47C2A927-1E9A-4DFF-91BF-460507CCB55C}" srcOrd="0" destOrd="0" presId="urn:microsoft.com/office/officeart/2008/layout/VerticalCurvedList"/>
    <dgm:cxn modelId="{C7B805D1-33ED-47BF-B33E-CD552FCA6295}" srcId="{281069DC-B08C-4B76-8985-E85CA2245C90}" destId="{ABB10F50-AABB-4CCA-AA99-303705352C6A}" srcOrd="4" destOrd="0" parTransId="{5D60839F-5D67-4FD8-B831-95D5DD328D93}" sibTransId="{EFC62A3D-2811-4697-A9EA-106732E08AFD}"/>
    <dgm:cxn modelId="{4656C5EE-4356-44FB-9BE0-0FEB7F90B53B}" type="presOf" srcId="{281069DC-B08C-4B76-8985-E85CA2245C90}" destId="{628F509F-DA53-40FE-8F2B-F7048B41900F}" srcOrd="0" destOrd="0" presId="urn:microsoft.com/office/officeart/2008/layout/VerticalCurvedList"/>
    <dgm:cxn modelId="{F4AD30F1-4A79-4886-B659-BBFF5F2495F0}" type="presParOf" srcId="{628F509F-DA53-40FE-8F2B-F7048B41900F}" destId="{D3BA2F01-0B42-460A-85CB-F0044958CF46}" srcOrd="0" destOrd="0" presId="urn:microsoft.com/office/officeart/2008/layout/VerticalCurvedList"/>
    <dgm:cxn modelId="{357FBA41-9AD4-471F-B455-A26F0BC54C22}" type="presParOf" srcId="{D3BA2F01-0B42-460A-85CB-F0044958CF46}" destId="{A9722DC6-970D-4282-A062-ECD78748105A}" srcOrd="0" destOrd="0" presId="urn:microsoft.com/office/officeart/2008/layout/VerticalCurvedList"/>
    <dgm:cxn modelId="{19C7C06E-4174-4B4D-9B95-887CF6ED5C49}" type="presParOf" srcId="{A9722DC6-970D-4282-A062-ECD78748105A}" destId="{F18F9DA2-97D9-4C15-AEA8-055A03881D60}" srcOrd="0" destOrd="0" presId="urn:microsoft.com/office/officeart/2008/layout/VerticalCurvedList"/>
    <dgm:cxn modelId="{D2314AB6-C64E-4011-BAC6-1BC153D68510}" type="presParOf" srcId="{A9722DC6-970D-4282-A062-ECD78748105A}" destId="{8ADFFE06-53D1-4B8D-8C6B-ABDDC2FD2AA0}" srcOrd="1" destOrd="0" presId="urn:microsoft.com/office/officeart/2008/layout/VerticalCurvedList"/>
    <dgm:cxn modelId="{7718340D-B56C-4ED8-80E1-A8BDDC698C1A}" type="presParOf" srcId="{A9722DC6-970D-4282-A062-ECD78748105A}" destId="{2DA31174-F1DC-45CD-A277-54A6B9E44524}" srcOrd="2" destOrd="0" presId="urn:microsoft.com/office/officeart/2008/layout/VerticalCurvedList"/>
    <dgm:cxn modelId="{8795686D-4219-4050-B79C-474A16EA4C26}" type="presParOf" srcId="{A9722DC6-970D-4282-A062-ECD78748105A}" destId="{1E6DF25D-C39F-4BA8-91DA-F0C6CA8E05A8}" srcOrd="3" destOrd="0" presId="urn:microsoft.com/office/officeart/2008/layout/VerticalCurvedList"/>
    <dgm:cxn modelId="{620E99C7-5C32-4016-8AA0-7F2CA0FC05CE}" type="presParOf" srcId="{D3BA2F01-0B42-460A-85CB-F0044958CF46}" destId="{CAE3688A-179B-43D8-B995-B7FA0CF953A7}" srcOrd="1" destOrd="0" presId="urn:microsoft.com/office/officeart/2008/layout/VerticalCurvedList"/>
    <dgm:cxn modelId="{A68BB527-1A3D-4871-B9CF-D64C911A48DD}" type="presParOf" srcId="{D3BA2F01-0B42-460A-85CB-F0044958CF46}" destId="{7B1BBDBC-B26E-44D1-A831-4298FBDD1571}" srcOrd="2" destOrd="0" presId="urn:microsoft.com/office/officeart/2008/layout/VerticalCurvedList"/>
    <dgm:cxn modelId="{BA6BE72D-D765-43ED-8426-CC9DD706A0E6}" type="presParOf" srcId="{7B1BBDBC-B26E-44D1-A831-4298FBDD1571}" destId="{27E7EF6C-6C5A-48C8-9CA1-66AB2574790E}" srcOrd="0" destOrd="0" presId="urn:microsoft.com/office/officeart/2008/layout/VerticalCurvedList"/>
    <dgm:cxn modelId="{7AF05B3B-26BF-4745-9413-AF11DF88E6C4}" type="presParOf" srcId="{D3BA2F01-0B42-460A-85CB-F0044958CF46}" destId="{8E39CFC2-CDE0-40C6-BA44-7AE20B3BF211}" srcOrd="3" destOrd="0" presId="urn:microsoft.com/office/officeart/2008/layout/VerticalCurvedList"/>
    <dgm:cxn modelId="{0C33D15E-4C6A-47EA-9F32-742B7E91A77A}" type="presParOf" srcId="{D3BA2F01-0B42-460A-85CB-F0044958CF46}" destId="{3943AB2A-D39C-49CB-B65E-3B3CAEA8128C}" srcOrd="4" destOrd="0" presId="urn:microsoft.com/office/officeart/2008/layout/VerticalCurvedList"/>
    <dgm:cxn modelId="{4C1F18C7-33B0-4E96-83C5-65F65BF8EF19}" type="presParOf" srcId="{3943AB2A-D39C-49CB-B65E-3B3CAEA8128C}" destId="{09D1C121-FBCB-4129-B775-D778A5481B3A}" srcOrd="0" destOrd="0" presId="urn:microsoft.com/office/officeart/2008/layout/VerticalCurvedList"/>
    <dgm:cxn modelId="{6AE4027F-95DD-4C4F-A855-4C2C6705E669}" type="presParOf" srcId="{D3BA2F01-0B42-460A-85CB-F0044958CF46}" destId="{47C2A927-1E9A-4DFF-91BF-460507CCB55C}" srcOrd="5" destOrd="0" presId="urn:microsoft.com/office/officeart/2008/layout/VerticalCurvedList"/>
    <dgm:cxn modelId="{B785B3FE-BB04-43FD-A654-56847FF6BFA0}" type="presParOf" srcId="{D3BA2F01-0B42-460A-85CB-F0044958CF46}" destId="{39F8EBFC-493D-4C4C-B6F5-14747BCBAC31}" srcOrd="6" destOrd="0" presId="urn:microsoft.com/office/officeart/2008/layout/VerticalCurvedList"/>
    <dgm:cxn modelId="{888B343D-9AD2-4A43-A452-2CD3696A00E0}" type="presParOf" srcId="{39F8EBFC-493D-4C4C-B6F5-14747BCBAC31}" destId="{62320235-09AB-4E28-820E-292C71A1B68C}" srcOrd="0" destOrd="0" presId="urn:microsoft.com/office/officeart/2008/layout/VerticalCurvedList"/>
    <dgm:cxn modelId="{A8C20C28-DCD7-40F5-BF0F-01DF1BF638C7}" type="presParOf" srcId="{D3BA2F01-0B42-460A-85CB-F0044958CF46}" destId="{599A3C4C-96EE-4711-9170-97EF8FE542D4}" srcOrd="7" destOrd="0" presId="urn:microsoft.com/office/officeart/2008/layout/VerticalCurvedList"/>
    <dgm:cxn modelId="{9183467F-39A4-4277-B4D3-D2F7B6DC40F5}" type="presParOf" srcId="{D3BA2F01-0B42-460A-85CB-F0044958CF46}" destId="{7DF54625-7DF6-490E-BD9B-2DCA305C8B09}" srcOrd="8" destOrd="0" presId="urn:microsoft.com/office/officeart/2008/layout/VerticalCurvedList"/>
    <dgm:cxn modelId="{D7462332-F078-4C68-81B2-B7A69E4146CD}" type="presParOf" srcId="{7DF54625-7DF6-490E-BD9B-2DCA305C8B09}" destId="{0FF34CE8-D025-4E62-8F79-C5BDCD6D90CE}" srcOrd="0" destOrd="0" presId="urn:microsoft.com/office/officeart/2008/layout/VerticalCurvedList"/>
    <dgm:cxn modelId="{170FDFA3-AD14-4AB6-BB02-1BAFE4593A4B}" type="presParOf" srcId="{D3BA2F01-0B42-460A-85CB-F0044958CF46}" destId="{290B7D50-3B54-4759-9F74-AF650DE7B532}" srcOrd="9" destOrd="0" presId="urn:microsoft.com/office/officeart/2008/layout/VerticalCurvedList"/>
    <dgm:cxn modelId="{F0E14397-5275-4843-8343-2E390764ED09}" type="presParOf" srcId="{D3BA2F01-0B42-460A-85CB-F0044958CF46}" destId="{970AC678-2CB3-4805-92A4-6CA92CD34038}" srcOrd="10" destOrd="0" presId="urn:microsoft.com/office/officeart/2008/layout/VerticalCurvedList"/>
    <dgm:cxn modelId="{5AC40C79-895B-432C-8C96-C099799C6CF6}" type="presParOf" srcId="{970AC678-2CB3-4805-92A4-6CA92CD34038}" destId="{1AEAF354-10CF-4215-A111-D8396AC4551A}" srcOrd="0" destOrd="0" presId="urn:microsoft.com/office/officeart/2008/layout/VerticalCurvedList"/>
    <dgm:cxn modelId="{122222A4-D3BD-4BE5-8980-A0BD2CAE18D9}" type="presParOf" srcId="{D3BA2F01-0B42-460A-85CB-F0044958CF46}" destId="{389CF52F-2297-44E5-9E70-3E3526D650B5}" srcOrd="11" destOrd="0" presId="urn:microsoft.com/office/officeart/2008/layout/VerticalCurvedList"/>
    <dgm:cxn modelId="{0F4144B7-CCF5-4FB5-BB64-7E07A8EDE7C3}" type="presParOf" srcId="{D3BA2F01-0B42-460A-85CB-F0044958CF46}" destId="{84B82D57-4DC5-4DA7-89FB-526765661A72}" srcOrd="12" destOrd="0" presId="urn:microsoft.com/office/officeart/2008/layout/VerticalCurvedList"/>
    <dgm:cxn modelId="{F78B77F7-7F12-402A-8B73-32D37E4ED05D}" type="presParOf" srcId="{84B82D57-4DC5-4DA7-89FB-526765661A72}" destId="{ADD046E0-B521-4553-BCD1-21AEE5AD426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B48975-ABE0-4338-B695-1141E4A19AA5}" type="doc">
      <dgm:prSet loTypeId="urn:microsoft.com/office/officeart/2005/8/layout/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AE1E1F4-E64F-4C3D-A8D6-D6908A126354}">
      <dgm:prSet phldrT="[Text]" phldr="0"/>
      <dgm:spPr/>
      <dgm:t>
        <a:bodyPr/>
        <a:lstStyle/>
        <a:p>
          <a:r>
            <a:rPr lang="en-IN" dirty="0"/>
            <a:t>Internet</a:t>
          </a:r>
        </a:p>
      </dgm:t>
    </dgm:pt>
    <dgm:pt modelId="{0D6A90BC-8B96-4C17-8FC2-C2B51DF3ECE7}" type="parTrans" cxnId="{D861EB62-23D9-41DD-8800-6F4C510FEB73}">
      <dgm:prSet/>
      <dgm:spPr/>
      <dgm:t>
        <a:bodyPr/>
        <a:lstStyle/>
        <a:p>
          <a:endParaRPr lang="en-IN"/>
        </a:p>
      </dgm:t>
    </dgm:pt>
    <dgm:pt modelId="{65F978E1-4700-40FE-9BFC-85FC64712C6F}" type="sibTrans" cxnId="{D861EB62-23D9-41DD-8800-6F4C510FEB73}">
      <dgm:prSet/>
      <dgm:spPr/>
      <dgm:t>
        <a:bodyPr/>
        <a:lstStyle/>
        <a:p>
          <a:endParaRPr lang="en-IN"/>
        </a:p>
      </dgm:t>
    </dgm:pt>
    <dgm:pt modelId="{934E4293-EE3A-49A1-907E-825F67ABE6D2}">
      <dgm:prSet phldrT="[Text]" phldr="0"/>
      <dgm:spPr/>
      <dgm:t>
        <a:bodyPr/>
        <a:lstStyle/>
        <a:p>
          <a:r>
            <a:rPr lang="en-IN" dirty="0"/>
            <a:t>Mobile</a:t>
          </a:r>
        </a:p>
      </dgm:t>
    </dgm:pt>
    <dgm:pt modelId="{CFEA9718-D76F-448C-9955-690788A64AD1}" type="parTrans" cxnId="{DFF5D3F0-9683-4AE2-A975-74DAACE1BB44}">
      <dgm:prSet/>
      <dgm:spPr/>
      <dgm:t>
        <a:bodyPr/>
        <a:lstStyle/>
        <a:p>
          <a:endParaRPr lang="en-IN"/>
        </a:p>
      </dgm:t>
    </dgm:pt>
    <dgm:pt modelId="{4169D1A9-ADD1-48F9-B11C-757FA7649290}" type="sibTrans" cxnId="{DFF5D3F0-9683-4AE2-A975-74DAACE1BB44}">
      <dgm:prSet/>
      <dgm:spPr/>
      <dgm:t>
        <a:bodyPr/>
        <a:lstStyle/>
        <a:p>
          <a:endParaRPr lang="en-IN"/>
        </a:p>
      </dgm:t>
    </dgm:pt>
    <dgm:pt modelId="{702EADD3-AB24-403B-9B01-2D4237167204}">
      <dgm:prSet phldrT="[Text]" phldr="0"/>
      <dgm:spPr/>
      <dgm:t>
        <a:bodyPr/>
        <a:lstStyle/>
        <a:p>
          <a:r>
            <a:rPr lang="en-IN" dirty="0"/>
            <a:t>Online</a:t>
          </a:r>
        </a:p>
        <a:p>
          <a:r>
            <a:rPr lang="en-IN" dirty="0"/>
            <a:t>Services</a:t>
          </a:r>
        </a:p>
      </dgm:t>
    </dgm:pt>
    <dgm:pt modelId="{5D28EBE4-373D-473C-8952-C3D6DB019706}" type="parTrans" cxnId="{F1919412-F9EB-490C-AF25-7A2E26224D1D}">
      <dgm:prSet/>
      <dgm:spPr/>
      <dgm:t>
        <a:bodyPr/>
        <a:lstStyle/>
        <a:p>
          <a:endParaRPr lang="en-IN"/>
        </a:p>
      </dgm:t>
    </dgm:pt>
    <dgm:pt modelId="{A941C755-8F7B-41E0-A4AD-BD6A86B42617}" type="sibTrans" cxnId="{F1919412-F9EB-490C-AF25-7A2E26224D1D}">
      <dgm:prSet/>
      <dgm:spPr/>
      <dgm:t>
        <a:bodyPr/>
        <a:lstStyle/>
        <a:p>
          <a:endParaRPr lang="en-IN"/>
        </a:p>
      </dgm:t>
    </dgm:pt>
    <dgm:pt modelId="{9728BC79-BF6F-4F03-8665-237B4D1172B3}">
      <dgm:prSet phldrT="[Text]" phldr="0"/>
      <dgm:spPr/>
      <dgm:t>
        <a:bodyPr/>
        <a:lstStyle/>
        <a:p>
          <a:r>
            <a:rPr lang="en-IN"/>
            <a:t>Digital Payment</a:t>
          </a:r>
          <a:endParaRPr lang="en-IN" dirty="0"/>
        </a:p>
      </dgm:t>
    </dgm:pt>
    <dgm:pt modelId="{91E6DD47-FB2F-4A25-8B73-3CF75E51000E}" type="parTrans" cxnId="{B06208BD-9331-4F9A-99FB-E08733D5C446}">
      <dgm:prSet/>
      <dgm:spPr/>
      <dgm:t>
        <a:bodyPr/>
        <a:lstStyle/>
        <a:p>
          <a:endParaRPr lang="en-IN"/>
        </a:p>
      </dgm:t>
    </dgm:pt>
    <dgm:pt modelId="{5DEB7E5A-D99A-42C4-BF73-2DE47C4CC42F}" type="sibTrans" cxnId="{B06208BD-9331-4F9A-99FB-E08733D5C446}">
      <dgm:prSet/>
      <dgm:spPr/>
      <dgm:t>
        <a:bodyPr/>
        <a:lstStyle/>
        <a:p>
          <a:endParaRPr lang="en-IN"/>
        </a:p>
      </dgm:t>
    </dgm:pt>
    <dgm:pt modelId="{1C290DD9-2E5A-4F6A-93A5-C832C03702AC}">
      <dgm:prSet phldrT="[Text]" phldr="0"/>
      <dgm:spPr/>
      <dgm:t>
        <a:bodyPr/>
        <a:lstStyle/>
        <a:p>
          <a:r>
            <a:rPr lang="en-IN"/>
            <a:t>Digital Certificate</a:t>
          </a:r>
          <a:endParaRPr lang="en-IN" dirty="0"/>
        </a:p>
      </dgm:t>
    </dgm:pt>
    <dgm:pt modelId="{58E2A4FD-DB92-49EB-854D-74E806670C4E}" type="parTrans" cxnId="{F3DFAECB-0C8F-47EB-83D2-B39FE728A310}">
      <dgm:prSet/>
      <dgm:spPr/>
      <dgm:t>
        <a:bodyPr/>
        <a:lstStyle/>
        <a:p>
          <a:endParaRPr lang="en-IN"/>
        </a:p>
      </dgm:t>
    </dgm:pt>
    <dgm:pt modelId="{49772238-C479-4712-A25F-936C32E17E0A}" type="sibTrans" cxnId="{F3DFAECB-0C8F-47EB-83D2-B39FE728A310}">
      <dgm:prSet/>
      <dgm:spPr/>
      <dgm:t>
        <a:bodyPr/>
        <a:lstStyle/>
        <a:p>
          <a:endParaRPr lang="en-IN"/>
        </a:p>
      </dgm:t>
    </dgm:pt>
    <dgm:pt modelId="{8DF54D26-74C9-435C-BFB8-A5452C522EAF}" type="pres">
      <dgm:prSet presAssocID="{54B48975-ABE0-4338-B695-1141E4A19AA5}" presName="Name0" presStyleCnt="0">
        <dgm:presLayoutVars>
          <dgm:dir/>
          <dgm:resizeHandles val="exact"/>
        </dgm:presLayoutVars>
      </dgm:prSet>
      <dgm:spPr/>
    </dgm:pt>
    <dgm:pt modelId="{9D05E7A0-EED3-4826-91A3-2CD4DCE7714C}" type="pres">
      <dgm:prSet presAssocID="{9AE1E1F4-E64F-4C3D-A8D6-D6908A126354}" presName="node" presStyleLbl="node1" presStyleIdx="0" presStyleCnt="5">
        <dgm:presLayoutVars>
          <dgm:bulletEnabled val="1"/>
        </dgm:presLayoutVars>
      </dgm:prSet>
      <dgm:spPr/>
    </dgm:pt>
    <dgm:pt modelId="{83AB9B1A-241D-4CD7-BE30-732403B977A4}" type="pres">
      <dgm:prSet presAssocID="{65F978E1-4700-40FE-9BFC-85FC64712C6F}" presName="sibTrans" presStyleLbl="sibTrans2D1" presStyleIdx="0" presStyleCnt="4"/>
      <dgm:spPr/>
    </dgm:pt>
    <dgm:pt modelId="{AC2D7CC8-FFD2-4738-A6AE-E6509AB644A5}" type="pres">
      <dgm:prSet presAssocID="{65F978E1-4700-40FE-9BFC-85FC64712C6F}" presName="connectorText" presStyleLbl="sibTrans2D1" presStyleIdx="0" presStyleCnt="4"/>
      <dgm:spPr/>
    </dgm:pt>
    <dgm:pt modelId="{7F971A1C-B75D-4701-869F-524822122088}" type="pres">
      <dgm:prSet presAssocID="{934E4293-EE3A-49A1-907E-825F67ABE6D2}" presName="node" presStyleLbl="node1" presStyleIdx="1" presStyleCnt="5">
        <dgm:presLayoutVars>
          <dgm:bulletEnabled val="1"/>
        </dgm:presLayoutVars>
      </dgm:prSet>
      <dgm:spPr/>
    </dgm:pt>
    <dgm:pt modelId="{DD6AFF44-9BAB-47B5-8E84-7776C69615B9}" type="pres">
      <dgm:prSet presAssocID="{4169D1A9-ADD1-48F9-B11C-757FA7649290}" presName="sibTrans" presStyleLbl="sibTrans2D1" presStyleIdx="1" presStyleCnt="4"/>
      <dgm:spPr/>
    </dgm:pt>
    <dgm:pt modelId="{D3993D56-C1F1-4191-AFA6-869C4A6FB880}" type="pres">
      <dgm:prSet presAssocID="{4169D1A9-ADD1-48F9-B11C-757FA7649290}" presName="connectorText" presStyleLbl="sibTrans2D1" presStyleIdx="1" presStyleCnt="4"/>
      <dgm:spPr/>
    </dgm:pt>
    <dgm:pt modelId="{34449507-F679-43D7-89DC-741D1CCB4833}" type="pres">
      <dgm:prSet presAssocID="{702EADD3-AB24-403B-9B01-2D4237167204}" presName="node" presStyleLbl="node1" presStyleIdx="2" presStyleCnt="5">
        <dgm:presLayoutVars>
          <dgm:bulletEnabled val="1"/>
        </dgm:presLayoutVars>
      </dgm:prSet>
      <dgm:spPr/>
    </dgm:pt>
    <dgm:pt modelId="{5C1388BB-DB56-4776-B4EC-2E5D9AD604FF}" type="pres">
      <dgm:prSet presAssocID="{A941C755-8F7B-41E0-A4AD-BD6A86B42617}" presName="sibTrans" presStyleLbl="sibTrans2D1" presStyleIdx="2" presStyleCnt="4"/>
      <dgm:spPr/>
    </dgm:pt>
    <dgm:pt modelId="{F7158DA8-FD21-4CD4-BBE2-04031835E84A}" type="pres">
      <dgm:prSet presAssocID="{A941C755-8F7B-41E0-A4AD-BD6A86B42617}" presName="connectorText" presStyleLbl="sibTrans2D1" presStyleIdx="2" presStyleCnt="4"/>
      <dgm:spPr/>
    </dgm:pt>
    <dgm:pt modelId="{8FC5D327-444B-49D9-820A-59967F6CE9F5}" type="pres">
      <dgm:prSet presAssocID="{9728BC79-BF6F-4F03-8665-237B4D1172B3}" presName="node" presStyleLbl="node1" presStyleIdx="3" presStyleCnt="5">
        <dgm:presLayoutVars>
          <dgm:bulletEnabled val="1"/>
        </dgm:presLayoutVars>
      </dgm:prSet>
      <dgm:spPr/>
    </dgm:pt>
    <dgm:pt modelId="{8C4C015F-C32F-414B-BB9D-9EA03BC3A5CF}" type="pres">
      <dgm:prSet presAssocID="{5DEB7E5A-D99A-42C4-BF73-2DE47C4CC42F}" presName="sibTrans" presStyleLbl="sibTrans2D1" presStyleIdx="3" presStyleCnt="4"/>
      <dgm:spPr/>
    </dgm:pt>
    <dgm:pt modelId="{31B88419-CF75-4F2A-91BC-E9325A7DCFC8}" type="pres">
      <dgm:prSet presAssocID="{5DEB7E5A-D99A-42C4-BF73-2DE47C4CC42F}" presName="connectorText" presStyleLbl="sibTrans2D1" presStyleIdx="3" presStyleCnt="4"/>
      <dgm:spPr/>
    </dgm:pt>
    <dgm:pt modelId="{00FA5BC8-7479-4583-96CB-9C3ECF12AB9A}" type="pres">
      <dgm:prSet presAssocID="{1C290DD9-2E5A-4F6A-93A5-C832C03702AC}" presName="node" presStyleLbl="node1" presStyleIdx="4" presStyleCnt="5">
        <dgm:presLayoutVars>
          <dgm:bulletEnabled val="1"/>
        </dgm:presLayoutVars>
      </dgm:prSet>
      <dgm:spPr/>
    </dgm:pt>
  </dgm:ptLst>
  <dgm:cxnLst>
    <dgm:cxn modelId="{75CD270A-3A2A-4DE5-BA9F-2AA63D33504C}" type="presOf" srcId="{934E4293-EE3A-49A1-907E-825F67ABE6D2}" destId="{7F971A1C-B75D-4701-869F-524822122088}" srcOrd="0" destOrd="0" presId="urn:microsoft.com/office/officeart/2005/8/layout/process1"/>
    <dgm:cxn modelId="{F1919412-F9EB-490C-AF25-7A2E26224D1D}" srcId="{54B48975-ABE0-4338-B695-1141E4A19AA5}" destId="{702EADD3-AB24-403B-9B01-2D4237167204}" srcOrd="2" destOrd="0" parTransId="{5D28EBE4-373D-473C-8952-C3D6DB019706}" sibTransId="{A941C755-8F7B-41E0-A4AD-BD6A86B42617}"/>
    <dgm:cxn modelId="{E882322C-63D6-4369-888C-28E2AF160274}" type="presOf" srcId="{4169D1A9-ADD1-48F9-B11C-757FA7649290}" destId="{DD6AFF44-9BAB-47B5-8E84-7776C69615B9}" srcOrd="0" destOrd="0" presId="urn:microsoft.com/office/officeart/2005/8/layout/process1"/>
    <dgm:cxn modelId="{FA48C65B-123F-40AA-AD95-623180E18835}" type="presOf" srcId="{9AE1E1F4-E64F-4C3D-A8D6-D6908A126354}" destId="{9D05E7A0-EED3-4826-91A3-2CD4DCE7714C}" srcOrd="0" destOrd="0" presId="urn:microsoft.com/office/officeart/2005/8/layout/process1"/>
    <dgm:cxn modelId="{C0CE8C61-258A-44DE-98EB-C0FC488C6ACA}" type="presOf" srcId="{4169D1A9-ADD1-48F9-B11C-757FA7649290}" destId="{D3993D56-C1F1-4191-AFA6-869C4A6FB880}" srcOrd="1" destOrd="0" presId="urn:microsoft.com/office/officeart/2005/8/layout/process1"/>
    <dgm:cxn modelId="{D861EB62-23D9-41DD-8800-6F4C510FEB73}" srcId="{54B48975-ABE0-4338-B695-1141E4A19AA5}" destId="{9AE1E1F4-E64F-4C3D-A8D6-D6908A126354}" srcOrd="0" destOrd="0" parTransId="{0D6A90BC-8B96-4C17-8FC2-C2B51DF3ECE7}" sibTransId="{65F978E1-4700-40FE-9BFC-85FC64712C6F}"/>
    <dgm:cxn modelId="{1A6E2D4D-6D82-4096-9B56-BFC5594DF2C4}" type="presOf" srcId="{5DEB7E5A-D99A-42C4-BF73-2DE47C4CC42F}" destId="{8C4C015F-C32F-414B-BB9D-9EA03BC3A5CF}" srcOrd="0" destOrd="0" presId="urn:microsoft.com/office/officeart/2005/8/layout/process1"/>
    <dgm:cxn modelId="{FE694675-6570-4DB4-BCC6-DD4D0D6372D0}" type="presOf" srcId="{A941C755-8F7B-41E0-A4AD-BD6A86B42617}" destId="{F7158DA8-FD21-4CD4-BBE2-04031835E84A}" srcOrd="1" destOrd="0" presId="urn:microsoft.com/office/officeart/2005/8/layout/process1"/>
    <dgm:cxn modelId="{EFF34178-D43D-4FD2-B9E9-8A55BE6D3B25}" type="presOf" srcId="{702EADD3-AB24-403B-9B01-2D4237167204}" destId="{34449507-F679-43D7-89DC-741D1CCB4833}" srcOrd="0" destOrd="0" presId="urn:microsoft.com/office/officeart/2005/8/layout/process1"/>
    <dgm:cxn modelId="{5394DE7D-F3A2-48C8-8E94-5CA9C0674191}" type="presOf" srcId="{54B48975-ABE0-4338-B695-1141E4A19AA5}" destId="{8DF54D26-74C9-435C-BFB8-A5452C522EAF}" srcOrd="0" destOrd="0" presId="urn:microsoft.com/office/officeart/2005/8/layout/process1"/>
    <dgm:cxn modelId="{C9D09780-C8F1-4520-8B39-E9DDE2C47DC9}" type="presOf" srcId="{A941C755-8F7B-41E0-A4AD-BD6A86B42617}" destId="{5C1388BB-DB56-4776-B4EC-2E5D9AD604FF}" srcOrd="0" destOrd="0" presId="urn:microsoft.com/office/officeart/2005/8/layout/process1"/>
    <dgm:cxn modelId="{8AD1C286-87C3-4BD7-9579-A273AD0E9BCD}" type="presOf" srcId="{9728BC79-BF6F-4F03-8665-237B4D1172B3}" destId="{8FC5D327-444B-49D9-820A-59967F6CE9F5}" srcOrd="0" destOrd="0" presId="urn:microsoft.com/office/officeart/2005/8/layout/process1"/>
    <dgm:cxn modelId="{8F6BA391-3946-410F-A516-F1796B8E144A}" type="presOf" srcId="{1C290DD9-2E5A-4F6A-93A5-C832C03702AC}" destId="{00FA5BC8-7479-4583-96CB-9C3ECF12AB9A}" srcOrd="0" destOrd="0" presId="urn:microsoft.com/office/officeart/2005/8/layout/process1"/>
    <dgm:cxn modelId="{765BB2A7-660F-4B1F-B57A-A1C456215D6C}" type="presOf" srcId="{65F978E1-4700-40FE-9BFC-85FC64712C6F}" destId="{83AB9B1A-241D-4CD7-BE30-732403B977A4}" srcOrd="0" destOrd="0" presId="urn:microsoft.com/office/officeart/2005/8/layout/process1"/>
    <dgm:cxn modelId="{B06208BD-9331-4F9A-99FB-E08733D5C446}" srcId="{54B48975-ABE0-4338-B695-1141E4A19AA5}" destId="{9728BC79-BF6F-4F03-8665-237B4D1172B3}" srcOrd="3" destOrd="0" parTransId="{91E6DD47-FB2F-4A25-8B73-3CF75E51000E}" sibTransId="{5DEB7E5A-D99A-42C4-BF73-2DE47C4CC42F}"/>
    <dgm:cxn modelId="{0AB0CAC1-36C9-4E52-9F3D-4F72747A5B0D}" type="presOf" srcId="{5DEB7E5A-D99A-42C4-BF73-2DE47C4CC42F}" destId="{31B88419-CF75-4F2A-91BC-E9325A7DCFC8}" srcOrd="1" destOrd="0" presId="urn:microsoft.com/office/officeart/2005/8/layout/process1"/>
    <dgm:cxn modelId="{F3DFAECB-0C8F-47EB-83D2-B39FE728A310}" srcId="{54B48975-ABE0-4338-B695-1141E4A19AA5}" destId="{1C290DD9-2E5A-4F6A-93A5-C832C03702AC}" srcOrd="4" destOrd="0" parTransId="{58E2A4FD-DB92-49EB-854D-74E806670C4E}" sibTransId="{49772238-C479-4712-A25F-936C32E17E0A}"/>
    <dgm:cxn modelId="{9AC813EE-B4CF-4088-8651-A152543F3F98}" type="presOf" srcId="{65F978E1-4700-40FE-9BFC-85FC64712C6F}" destId="{AC2D7CC8-FFD2-4738-A6AE-E6509AB644A5}" srcOrd="1" destOrd="0" presId="urn:microsoft.com/office/officeart/2005/8/layout/process1"/>
    <dgm:cxn modelId="{DFF5D3F0-9683-4AE2-A975-74DAACE1BB44}" srcId="{54B48975-ABE0-4338-B695-1141E4A19AA5}" destId="{934E4293-EE3A-49A1-907E-825F67ABE6D2}" srcOrd="1" destOrd="0" parTransId="{CFEA9718-D76F-448C-9955-690788A64AD1}" sibTransId="{4169D1A9-ADD1-48F9-B11C-757FA7649290}"/>
    <dgm:cxn modelId="{843CDAB2-2D9E-4AC2-BDBA-47F8FF2AC4B8}" type="presParOf" srcId="{8DF54D26-74C9-435C-BFB8-A5452C522EAF}" destId="{9D05E7A0-EED3-4826-91A3-2CD4DCE7714C}" srcOrd="0" destOrd="0" presId="urn:microsoft.com/office/officeart/2005/8/layout/process1"/>
    <dgm:cxn modelId="{59C8CDEE-86F2-49D1-80EF-385A273F0C9D}" type="presParOf" srcId="{8DF54D26-74C9-435C-BFB8-A5452C522EAF}" destId="{83AB9B1A-241D-4CD7-BE30-732403B977A4}" srcOrd="1" destOrd="0" presId="urn:microsoft.com/office/officeart/2005/8/layout/process1"/>
    <dgm:cxn modelId="{F15908B2-CCC0-4D8D-85FF-9D5EC206A5AA}" type="presParOf" srcId="{83AB9B1A-241D-4CD7-BE30-732403B977A4}" destId="{AC2D7CC8-FFD2-4738-A6AE-E6509AB644A5}" srcOrd="0" destOrd="0" presId="urn:microsoft.com/office/officeart/2005/8/layout/process1"/>
    <dgm:cxn modelId="{6F876CAC-1479-4F53-B156-F0CBAFEC632B}" type="presParOf" srcId="{8DF54D26-74C9-435C-BFB8-A5452C522EAF}" destId="{7F971A1C-B75D-4701-869F-524822122088}" srcOrd="2" destOrd="0" presId="urn:microsoft.com/office/officeart/2005/8/layout/process1"/>
    <dgm:cxn modelId="{83DCCA2B-02B8-469E-9604-F8B69A415535}" type="presParOf" srcId="{8DF54D26-74C9-435C-BFB8-A5452C522EAF}" destId="{DD6AFF44-9BAB-47B5-8E84-7776C69615B9}" srcOrd="3" destOrd="0" presId="urn:microsoft.com/office/officeart/2005/8/layout/process1"/>
    <dgm:cxn modelId="{CFBD9625-CA4F-43E8-98D1-7B2CFB7E368D}" type="presParOf" srcId="{DD6AFF44-9BAB-47B5-8E84-7776C69615B9}" destId="{D3993D56-C1F1-4191-AFA6-869C4A6FB880}" srcOrd="0" destOrd="0" presId="urn:microsoft.com/office/officeart/2005/8/layout/process1"/>
    <dgm:cxn modelId="{52F9123B-AC8A-4444-81F6-770AFD4D08CE}" type="presParOf" srcId="{8DF54D26-74C9-435C-BFB8-A5452C522EAF}" destId="{34449507-F679-43D7-89DC-741D1CCB4833}" srcOrd="4" destOrd="0" presId="urn:microsoft.com/office/officeart/2005/8/layout/process1"/>
    <dgm:cxn modelId="{6C7AB18C-4454-4220-A0C8-240472AFD7F6}" type="presParOf" srcId="{8DF54D26-74C9-435C-BFB8-A5452C522EAF}" destId="{5C1388BB-DB56-4776-B4EC-2E5D9AD604FF}" srcOrd="5" destOrd="0" presId="urn:microsoft.com/office/officeart/2005/8/layout/process1"/>
    <dgm:cxn modelId="{3D6461B6-DB06-4040-98AA-CB055A45196B}" type="presParOf" srcId="{5C1388BB-DB56-4776-B4EC-2E5D9AD604FF}" destId="{F7158DA8-FD21-4CD4-BBE2-04031835E84A}" srcOrd="0" destOrd="0" presId="urn:microsoft.com/office/officeart/2005/8/layout/process1"/>
    <dgm:cxn modelId="{FC9F65E5-B54E-465C-BE9D-D2EF04938C76}" type="presParOf" srcId="{8DF54D26-74C9-435C-BFB8-A5452C522EAF}" destId="{8FC5D327-444B-49D9-820A-59967F6CE9F5}" srcOrd="6" destOrd="0" presId="urn:microsoft.com/office/officeart/2005/8/layout/process1"/>
    <dgm:cxn modelId="{172ABBF1-0EC8-4B3D-836C-AE9EBA7D9A7C}" type="presParOf" srcId="{8DF54D26-74C9-435C-BFB8-A5452C522EAF}" destId="{8C4C015F-C32F-414B-BB9D-9EA03BC3A5CF}" srcOrd="7" destOrd="0" presId="urn:microsoft.com/office/officeart/2005/8/layout/process1"/>
    <dgm:cxn modelId="{2109ABF1-C305-4BB7-BCA8-4B93C0BAE55F}" type="presParOf" srcId="{8C4C015F-C32F-414B-BB9D-9EA03BC3A5CF}" destId="{31B88419-CF75-4F2A-91BC-E9325A7DCFC8}" srcOrd="0" destOrd="0" presId="urn:microsoft.com/office/officeart/2005/8/layout/process1"/>
    <dgm:cxn modelId="{F4AA091B-3ABA-4E8D-B8C1-2B84F098ACC0}" type="presParOf" srcId="{8DF54D26-74C9-435C-BFB8-A5452C522EAF}" destId="{00FA5BC8-7479-4583-96CB-9C3ECF12AB9A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6A1B2C-F343-45B9-A0A3-0F5107945675}" type="doc">
      <dgm:prSet loTypeId="urn:microsoft.com/office/officeart/2024/layout/BulletTimelineInverted" loCatId="timelin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A8F9B37-601F-4844-B9DE-9CB788A49A4A}">
      <dgm:prSet phldrT="Add an event" phldr="0" custT="1"/>
      <dgm:spPr/>
      <dgm:t>
        <a:bodyPr/>
        <a:lstStyle/>
        <a:p>
          <a:pPr>
            <a:defRPr b="1"/>
          </a:pPr>
          <a:r>
            <a:rPr lang="en-IN" sz="2400" dirty="0">
              <a:solidFill>
                <a:schemeClr val="bg1"/>
              </a:solidFill>
              <a:latin typeface="Book Antiqua" panose="02040602050305030304" pitchFamily="18" charset="0"/>
            </a:rPr>
            <a:t>Today</a:t>
          </a:r>
        </a:p>
      </dgm:t>
    </dgm:pt>
    <dgm:pt modelId="{92E7C446-6689-4A84-B14F-8478D171721A}" type="parTrans" cxnId="{64100DB3-DE18-4251-B341-E6D3C12EE07A}">
      <dgm:prSet/>
      <dgm:spPr/>
      <dgm:t>
        <a:bodyPr/>
        <a:lstStyle/>
        <a:p>
          <a:endParaRPr lang="en-IN"/>
        </a:p>
      </dgm:t>
    </dgm:pt>
    <dgm:pt modelId="{59ADB8DD-260E-4E0F-BDBC-E866A75DBC71}" type="sibTrans" cxnId="{64100DB3-DE18-4251-B341-E6D3C12EE07A}">
      <dgm:prSet/>
      <dgm:spPr/>
      <dgm:t>
        <a:bodyPr/>
        <a:lstStyle/>
        <a:p>
          <a:endParaRPr lang="en-IN"/>
        </a:p>
      </dgm:t>
    </dgm:pt>
    <dgm:pt modelId="{52C27D50-FD1B-4725-9C4F-8F10994DA3E0}">
      <dgm:prSet phldrT="Write a description of the significance of this event" phldr="0" custT="1"/>
      <dgm:spPr/>
      <dgm:t>
        <a:bodyPr/>
        <a:lstStyle/>
        <a:p>
          <a:r>
            <a:rPr lang="en-IN" sz="2000" dirty="0">
              <a:solidFill>
                <a:schemeClr val="bg1"/>
              </a:solidFill>
              <a:latin typeface="Book Antiqua" panose="02040602050305030304" pitchFamily="18" charset="0"/>
            </a:rPr>
            <a:t>Digital Services</a:t>
          </a:r>
        </a:p>
      </dgm:t>
    </dgm:pt>
    <dgm:pt modelId="{6F717DB9-B497-48AF-B8C5-FD75B243CC04}" type="parTrans" cxnId="{6BB7E035-CED4-4652-91C7-3C3D097BB913}">
      <dgm:prSet/>
      <dgm:spPr/>
      <dgm:t>
        <a:bodyPr/>
        <a:lstStyle/>
        <a:p>
          <a:endParaRPr lang="en-IN"/>
        </a:p>
      </dgm:t>
    </dgm:pt>
    <dgm:pt modelId="{FB639ED3-5776-4CAA-A74B-BC9BB39E9D8F}" type="sibTrans" cxnId="{6BB7E035-CED4-4652-91C7-3C3D097BB913}">
      <dgm:prSet/>
      <dgm:spPr/>
      <dgm:t>
        <a:bodyPr/>
        <a:lstStyle/>
        <a:p>
          <a:endParaRPr lang="en-IN"/>
        </a:p>
      </dgm:t>
    </dgm:pt>
    <dgm:pt modelId="{90CCCF16-DFF2-4FA5-B19E-BAD144B29F58}">
      <dgm:prSet phldrT="Add an event" phldr="0" custT="1"/>
      <dgm:spPr/>
      <dgm:t>
        <a:bodyPr/>
        <a:lstStyle/>
        <a:p>
          <a:pPr>
            <a:defRPr b="1"/>
          </a:pPr>
          <a:r>
            <a:rPr lang="en-IN" sz="2400" dirty="0">
              <a:solidFill>
                <a:schemeClr val="bg1"/>
              </a:solidFill>
              <a:latin typeface="Book Antiqua" panose="02040602050305030304" pitchFamily="18" charset="0"/>
            </a:rPr>
            <a:t>Digital Healthcare &amp; Education</a:t>
          </a:r>
        </a:p>
      </dgm:t>
    </dgm:pt>
    <dgm:pt modelId="{AD589434-3910-457E-84B2-CC607B24F96B}" type="parTrans" cxnId="{168C598A-D27A-4F6B-946B-1DA4E106294D}">
      <dgm:prSet/>
      <dgm:spPr/>
      <dgm:t>
        <a:bodyPr/>
        <a:lstStyle/>
        <a:p>
          <a:endParaRPr lang="en-IN"/>
        </a:p>
      </dgm:t>
    </dgm:pt>
    <dgm:pt modelId="{02E6F55B-59E8-42B2-A0A2-CE9F1C247CBB}" type="sibTrans" cxnId="{168C598A-D27A-4F6B-946B-1DA4E106294D}">
      <dgm:prSet/>
      <dgm:spPr/>
      <dgm:t>
        <a:bodyPr/>
        <a:lstStyle/>
        <a:p>
          <a:endParaRPr lang="en-IN"/>
        </a:p>
      </dgm:t>
    </dgm:pt>
    <dgm:pt modelId="{35F05B34-D92E-40FD-AFCE-5A06926284FB}">
      <dgm:prSet phldrT="Write a description of the significance of this event" phldr="0" custT="1"/>
      <dgm:spPr/>
      <dgm:t>
        <a:bodyPr/>
        <a:lstStyle/>
        <a:p>
          <a:r>
            <a:rPr lang="en-IN" sz="2000" dirty="0">
              <a:solidFill>
                <a:schemeClr val="bg1"/>
              </a:solidFill>
              <a:latin typeface="Book Antiqua" panose="02040602050305030304" pitchFamily="18" charset="0"/>
            </a:rPr>
            <a:t>Technology-enabled services</a:t>
          </a:r>
        </a:p>
      </dgm:t>
    </dgm:pt>
    <dgm:pt modelId="{719D7F36-C3D1-456B-AB31-F3837BFBB807}" type="parTrans" cxnId="{F86C722E-8779-48FA-94B2-D705B7E6C466}">
      <dgm:prSet/>
      <dgm:spPr/>
      <dgm:t>
        <a:bodyPr/>
        <a:lstStyle/>
        <a:p>
          <a:endParaRPr lang="en-IN"/>
        </a:p>
      </dgm:t>
    </dgm:pt>
    <dgm:pt modelId="{D82745D3-F5AB-4663-9016-E193A6B83C1B}" type="sibTrans" cxnId="{F86C722E-8779-48FA-94B2-D705B7E6C466}">
      <dgm:prSet/>
      <dgm:spPr/>
      <dgm:t>
        <a:bodyPr/>
        <a:lstStyle/>
        <a:p>
          <a:endParaRPr lang="en-IN"/>
        </a:p>
      </dgm:t>
    </dgm:pt>
    <dgm:pt modelId="{770A9FBA-4B13-4058-B8F5-71F5764BD85E}">
      <dgm:prSet phldrT="Add an event" phldr="0" custT="1"/>
      <dgm:spPr/>
      <dgm:t>
        <a:bodyPr/>
        <a:lstStyle/>
        <a:p>
          <a:pPr>
            <a:defRPr b="1"/>
          </a:pPr>
          <a:r>
            <a:rPr lang="en-IN" sz="2400" dirty="0">
              <a:solidFill>
                <a:schemeClr val="bg1"/>
              </a:solidFill>
              <a:latin typeface="Book Antiqua" panose="02040602050305030304" pitchFamily="18" charset="0"/>
            </a:rPr>
            <a:t>5G Connectivity</a:t>
          </a:r>
        </a:p>
      </dgm:t>
    </dgm:pt>
    <dgm:pt modelId="{194A2044-1F67-489C-971D-7E31A0EBE2C4}" type="parTrans" cxnId="{8A3F9508-05CD-4843-9E2E-546AF66B6F30}">
      <dgm:prSet/>
      <dgm:spPr/>
      <dgm:t>
        <a:bodyPr/>
        <a:lstStyle/>
        <a:p>
          <a:endParaRPr lang="en-IN"/>
        </a:p>
      </dgm:t>
    </dgm:pt>
    <dgm:pt modelId="{04E31A4A-AA30-4CB6-8EFF-16C21D68B1CA}" type="sibTrans" cxnId="{8A3F9508-05CD-4843-9E2E-546AF66B6F30}">
      <dgm:prSet/>
      <dgm:spPr/>
      <dgm:t>
        <a:bodyPr/>
        <a:lstStyle/>
        <a:p>
          <a:endParaRPr lang="en-IN"/>
        </a:p>
      </dgm:t>
    </dgm:pt>
    <dgm:pt modelId="{ADF4E844-87D3-423F-8599-482B2EC48CB5}">
      <dgm:prSet phldrT="Write a description of the significance of this event" phldr="0" custT="1"/>
      <dgm:spPr/>
      <dgm:t>
        <a:bodyPr/>
        <a:lstStyle/>
        <a:p>
          <a:r>
            <a:rPr lang="en-IN" sz="2000" dirty="0">
              <a:solidFill>
                <a:schemeClr val="bg1"/>
              </a:solidFill>
              <a:latin typeface="Book Antiqua" panose="02040602050305030304" pitchFamily="18" charset="0"/>
            </a:rPr>
            <a:t>Faster Communication</a:t>
          </a:r>
        </a:p>
      </dgm:t>
    </dgm:pt>
    <dgm:pt modelId="{2D914078-AED9-49CC-85F9-CE3AC9A71F3F}" type="parTrans" cxnId="{3D12C905-822C-4272-97B5-C6972C6BC533}">
      <dgm:prSet/>
      <dgm:spPr/>
      <dgm:t>
        <a:bodyPr/>
        <a:lstStyle/>
        <a:p>
          <a:endParaRPr lang="en-IN"/>
        </a:p>
      </dgm:t>
    </dgm:pt>
    <dgm:pt modelId="{170014E5-3EA5-4DB7-ADDD-EB2BAB73E072}" type="sibTrans" cxnId="{3D12C905-822C-4272-97B5-C6972C6BC533}">
      <dgm:prSet/>
      <dgm:spPr/>
      <dgm:t>
        <a:bodyPr/>
        <a:lstStyle/>
        <a:p>
          <a:endParaRPr lang="en-IN"/>
        </a:p>
      </dgm:t>
    </dgm:pt>
    <dgm:pt modelId="{D532F183-4577-41FD-8EBB-F994B3B23107}">
      <dgm:prSet phldrT="Add an event" phldr="0" custT="1"/>
      <dgm:spPr/>
      <dgm:t>
        <a:bodyPr/>
        <a:lstStyle/>
        <a:p>
          <a:pPr>
            <a:defRPr b="1"/>
          </a:pPr>
          <a:r>
            <a:rPr lang="en-IN" sz="2400" dirty="0">
              <a:solidFill>
                <a:schemeClr val="bg1"/>
              </a:solidFill>
              <a:latin typeface="Book Antiqua" panose="02040602050305030304" pitchFamily="18" charset="0"/>
            </a:rPr>
            <a:t>Secure Digital India</a:t>
          </a:r>
        </a:p>
      </dgm:t>
    </dgm:pt>
    <dgm:pt modelId="{07FAD2A6-1D5B-4570-AB2A-7C59A15B9826}" type="parTrans" cxnId="{46D29957-B89C-4AE6-8ACF-45B8B05D39D4}">
      <dgm:prSet/>
      <dgm:spPr/>
      <dgm:t>
        <a:bodyPr/>
        <a:lstStyle/>
        <a:p>
          <a:endParaRPr lang="en-IN"/>
        </a:p>
      </dgm:t>
    </dgm:pt>
    <dgm:pt modelId="{D2D209CA-DFE0-4D7D-BC20-22658A4E9104}" type="sibTrans" cxnId="{46D29957-B89C-4AE6-8ACF-45B8B05D39D4}">
      <dgm:prSet/>
      <dgm:spPr/>
      <dgm:t>
        <a:bodyPr/>
        <a:lstStyle/>
        <a:p>
          <a:endParaRPr lang="en-IN"/>
        </a:p>
      </dgm:t>
    </dgm:pt>
    <dgm:pt modelId="{1C090F88-F89E-4D06-8CCC-9DCF9F8DD04A}">
      <dgm:prSet phldrT="Write a description of the significance of this event" phldr="0" custT="1"/>
      <dgm:spPr/>
      <dgm:t>
        <a:bodyPr/>
        <a:lstStyle/>
        <a:p>
          <a:r>
            <a:rPr lang="en-IN" sz="2000" dirty="0">
              <a:solidFill>
                <a:schemeClr val="bg1"/>
              </a:solidFill>
              <a:latin typeface="Book Antiqua" panose="02040602050305030304" pitchFamily="18" charset="0"/>
            </a:rPr>
            <a:t>Safer digital future</a:t>
          </a:r>
        </a:p>
      </dgm:t>
    </dgm:pt>
    <dgm:pt modelId="{96BFAFF5-10BE-4BB2-843E-D8DBD52D5B11}" type="parTrans" cxnId="{4841B782-C04F-4C43-B21C-067AD5FDA34C}">
      <dgm:prSet/>
      <dgm:spPr/>
      <dgm:t>
        <a:bodyPr/>
        <a:lstStyle/>
        <a:p>
          <a:endParaRPr lang="en-IN"/>
        </a:p>
      </dgm:t>
    </dgm:pt>
    <dgm:pt modelId="{C4980400-FFEC-4530-8D11-77BC1EB48632}" type="sibTrans" cxnId="{4841B782-C04F-4C43-B21C-067AD5FDA34C}">
      <dgm:prSet/>
      <dgm:spPr/>
      <dgm:t>
        <a:bodyPr/>
        <a:lstStyle/>
        <a:p>
          <a:endParaRPr lang="en-IN"/>
        </a:p>
      </dgm:t>
    </dgm:pt>
    <dgm:pt modelId="{954F0A08-E097-4E23-A110-9721CAEF0B5D}">
      <dgm:prSet phldrT="Add an event" phldr="0" custT="1"/>
      <dgm:spPr/>
      <dgm:t>
        <a:bodyPr/>
        <a:lstStyle/>
        <a:p>
          <a:pPr>
            <a:defRPr b="1"/>
          </a:pPr>
          <a:r>
            <a:rPr lang="en-IN" sz="2400" dirty="0">
              <a:solidFill>
                <a:schemeClr val="bg1"/>
              </a:solidFill>
              <a:latin typeface="Book Antiqua" panose="02040602050305030304" pitchFamily="18" charset="0"/>
            </a:rPr>
            <a:t>Smart Cities</a:t>
          </a:r>
        </a:p>
      </dgm:t>
    </dgm:pt>
    <dgm:pt modelId="{CB2C76DF-A33E-4891-BE72-1C83998241F5}" type="parTrans" cxnId="{B2FDC5C6-10A4-4EE3-889C-C1ED71812F0D}">
      <dgm:prSet/>
      <dgm:spPr/>
      <dgm:t>
        <a:bodyPr/>
        <a:lstStyle/>
        <a:p>
          <a:endParaRPr lang="en-IN"/>
        </a:p>
      </dgm:t>
    </dgm:pt>
    <dgm:pt modelId="{883932CC-3267-4F6F-BB0D-A84374CF8F9C}" type="sibTrans" cxnId="{B2FDC5C6-10A4-4EE3-889C-C1ED71812F0D}">
      <dgm:prSet/>
      <dgm:spPr/>
      <dgm:t>
        <a:bodyPr/>
        <a:lstStyle/>
        <a:p>
          <a:endParaRPr lang="en-IN"/>
        </a:p>
      </dgm:t>
    </dgm:pt>
    <dgm:pt modelId="{40D78EF8-4864-4701-B436-ACB59C572C38}">
      <dgm:prSet phldrT="Write a description of the significance of this event" phldr="0" custT="1"/>
      <dgm:spPr/>
      <dgm:t>
        <a:bodyPr/>
        <a:lstStyle/>
        <a:p>
          <a:r>
            <a:rPr lang="en-IN" sz="2000" dirty="0">
              <a:solidFill>
                <a:schemeClr val="bg1"/>
              </a:solidFill>
              <a:latin typeface="Book Antiqua" panose="02040602050305030304" pitchFamily="18" charset="0"/>
            </a:rPr>
            <a:t>Connected urban services</a:t>
          </a:r>
        </a:p>
      </dgm:t>
    </dgm:pt>
    <dgm:pt modelId="{75403377-5C81-4C53-9417-7F0B6476D7D1}" type="parTrans" cxnId="{2C02DA04-692B-4CDD-AE89-44F958EAFFAC}">
      <dgm:prSet/>
      <dgm:spPr/>
      <dgm:t>
        <a:bodyPr/>
        <a:lstStyle/>
        <a:p>
          <a:endParaRPr lang="en-IN"/>
        </a:p>
      </dgm:t>
    </dgm:pt>
    <dgm:pt modelId="{2C0F627F-373B-406E-825F-A6565B37D95B}" type="sibTrans" cxnId="{2C02DA04-692B-4CDD-AE89-44F958EAFFAC}">
      <dgm:prSet/>
      <dgm:spPr/>
      <dgm:t>
        <a:bodyPr/>
        <a:lstStyle/>
        <a:p>
          <a:endParaRPr lang="en-IN"/>
        </a:p>
      </dgm:t>
    </dgm:pt>
    <dgm:pt modelId="{6B5483C4-EF9B-4F8D-8B7B-10480BFD4774}" type="pres">
      <dgm:prSet presAssocID="{046A1B2C-F343-45B9-A0A3-0F5107945675}" presName="root" presStyleCnt="0">
        <dgm:presLayoutVars>
          <dgm:dir/>
          <dgm:animLvl val="lvl"/>
        </dgm:presLayoutVars>
      </dgm:prSet>
      <dgm:spPr/>
    </dgm:pt>
    <dgm:pt modelId="{CF61B0BF-4FAC-410D-803B-3C88BBC97B74}" type="pres">
      <dgm:prSet presAssocID="{046A1B2C-F343-45B9-A0A3-0F5107945675}" presName="divider" presStyleCnt="0"/>
      <dgm:spPr/>
    </dgm:pt>
    <dgm:pt modelId="{6A2959A6-7CD4-4920-93B5-A3110EFD1820}" type="pres">
      <dgm:prSet presAssocID="{046A1B2C-F343-45B9-A0A3-0F5107945675}" presName="rectBar" presStyleLbl="dkBgShp" presStyleIdx="0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1A0EB15F-77AE-46AD-A3EC-AF4735BBAD35}" type="pres">
      <dgm:prSet presAssocID="{046A1B2C-F343-45B9-A0A3-0F5107945675}" presName="chevronArrow" presStyleLbl="dkBgShp" presStyleIdx="1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FBF23FA-729D-4CA4-885D-69E733CF8E5C}" type="pres">
      <dgm:prSet presAssocID="{046A1B2C-F343-45B9-A0A3-0F5107945675}" presName="nodes" presStyleCnt="0">
        <dgm:presLayoutVars>
          <dgm:chMax/>
          <dgm:chPref/>
          <dgm:animLvl val="lvl"/>
        </dgm:presLayoutVars>
      </dgm:prSet>
      <dgm:spPr/>
    </dgm:pt>
    <dgm:pt modelId="{2ACBA00B-8EAC-4933-B07D-242E8CFD6BB3}" type="pres">
      <dgm:prSet presAssocID="{7A8F9B37-601F-4844-B9DE-9CB788A49A4A}" presName="composite" presStyleCnt="0"/>
      <dgm:spPr/>
    </dgm:pt>
    <dgm:pt modelId="{F7B4AA68-4B28-4AA7-8FA8-039E58CC848C}" type="pres">
      <dgm:prSet presAssocID="{7A8F9B37-601F-4844-B9DE-9CB788A49A4A}" presName="DropPinPlaceHolder" presStyleCnt="0"/>
      <dgm:spPr/>
    </dgm:pt>
    <dgm:pt modelId="{7EA58613-B8F2-4869-AE52-5B98970F3044}" type="pres">
      <dgm:prSet presAssocID="{7A8F9B37-601F-4844-B9DE-9CB788A49A4A}" presName="DropPin" presStyleLbl="alignNode1" presStyleIdx="0" presStyleCnt="5"/>
      <dgm:spPr/>
    </dgm:pt>
    <dgm:pt modelId="{332D2E0D-11D7-4632-9CED-47A01F0FBBC0}" type="pres">
      <dgm:prSet presAssocID="{7A8F9B37-601F-4844-B9DE-9CB788A49A4A}" presName="Ellipse" presStyleLbl="fgAcc1" presStyleIdx="0" presStyleCnt="5"/>
      <dgm:spPr/>
    </dgm:pt>
    <dgm:pt modelId="{37EC4E1F-AA2D-4F79-B9D5-764D62C7A91A}" type="pres">
      <dgm:prSet presAssocID="{7A8F9B37-601F-4844-B9DE-9CB788A49A4A}" presName="L2TextContainer" presStyleLbl="revTx" presStyleIdx="0" presStyleCnt="10">
        <dgm:presLayoutVars>
          <dgm:bulletEnabled val="1"/>
        </dgm:presLayoutVars>
      </dgm:prSet>
      <dgm:spPr/>
    </dgm:pt>
    <dgm:pt modelId="{A643394D-6063-4880-A402-F5BD1CD41889}" type="pres">
      <dgm:prSet presAssocID="{7A8F9B37-601F-4844-B9DE-9CB788A49A4A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3F06303E-A4D4-4201-AFF9-CD7EA9B2D529}" type="pres">
      <dgm:prSet presAssocID="{7A8F9B37-601F-4844-B9DE-9CB788A49A4A}" presName="ConnectLine" presStyleLbl="dkBgShp" presStyleIdx="2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1E7970BE-39E2-414C-B0E7-27DEC9CE2A1A}" type="pres">
      <dgm:prSet presAssocID="{7A8F9B37-601F-4844-B9DE-9CB788A49A4A}" presName="ConnectorPoint" presStyleCnt="0"/>
      <dgm:spPr/>
    </dgm:pt>
    <dgm:pt modelId="{654B3A7A-7022-4D7A-B072-A01B29F1BD4F}" type="pres">
      <dgm:prSet presAssocID="{7A8F9B37-601F-4844-B9DE-9CB788A49A4A}" presName="Bullet" presStyleLbl="node1NoLn" presStyleIdx="0" presStyleCnt="5"/>
      <dgm:spPr/>
    </dgm:pt>
    <dgm:pt modelId="{0A90DBD1-780A-4C76-89A4-F6E8AE2C9D9D}" type="pres">
      <dgm:prSet presAssocID="{7A8F9B37-601F-4844-B9DE-9CB788A49A4A}" presName="EmptyPlaceHolder" presStyleCnt="0"/>
      <dgm:spPr/>
    </dgm:pt>
    <dgm:pt modelId="{95E52F90-C399-4A9D-B7D1-7BBDD47E304F}" type="pres">
      <dgm:prSet presAssocID="{59ADB8DD-260E-4E0F-BDBC-E866A75DBC71}" presName="spaceBetweenRectangles" presStyleCnt="0"/>
      <dgm:spPr/>
    </dgm:pt>
    <dgm:pt modelId="{4B0714D3-BC45-4C57-B2A3-2A4F3E29F6CC}" type="pres">
      <dgm:prSet presAssocID="{90CCCF16-DFF2-4FA5-B19E-BAD144B29F58}" presName="composite" presStyleCnt="0"/>
      <dgm:spPr/>
    </dgm:pt>
    <dgm:pt modelId="{49025429-A83B-41F3-999C-DE2BB2A3D95A}" type="pres">
      <dgm:prSet presAssocID="{90CCCF16-DFF2-4FA5-B19E-BAD144B29F58}" presName="DropPinPlaceHolder" presStyleCnt="0"/>
      <dgm:spPr/>
    </dgm:pt>
    <dgm:pt modelId="{52FE3F5E-E512-4EB5-B717-976361281FCB}" type="pres">
      <dgm:prSet presAssocID="{90CCCF16-DFF2-4FA5-B19E-BAD144B29F58}" presName="DropPin" presStyleLbl="alignNode1" presStyleIdx="1" presStyleCnt="5"/>
      <dgm:spPr/>
    </dgm:pt>
    <dgm:pt modelId="{375044B9-8C65-4F09-9516-9FFDFD03E9C9}" type="pres">
      <dgm:prSet presAssocID="{90CCCF16-DFF2-4FA5-B19E-BAD144B29F58}" presName="Ellipse" presStyleLbl="fgAcc1" presStyleIdx="1" presStyleCnt="5"/>
      <dgm:spPr/>
    </dgm:pt>
    <dgm:pt modelId="{15F58B30-587F-420C-BA3D-5D265A259124}" type="pres">
      <dgm:prSet presAssocID="{90CCCF16-DFF2-4FA5-B19E-BAD144B29F58}" presName="L2TextContainer" presStyleLbl="revTx" presStyleIdx="2" presStyleCnt="10">
        <dgm:presLayoutVars>
          <dgm:bulletEnabled val="1"/>
        </dgm:presLayoutVars>
      </dgm:prSet>
      <dgm:spPr/>
    </dgm:pt>
    <dgm:pt modelId="{76C20B5F-0B6B-4A4C-B1FA-A2AB87A82B33}" type="pres">
      <dgm:prSet presAssocID="{90CCCF16-DFF2-4FA5-B19E-BAD144B29F58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FC5F8F1A-16EC-4A4C-A8ED-2588C66F7628}" type="pres">
      <dgm:prSet presAssocID="{90CCCF16-DFF2-4FA5-B19E-BAD144B29F58}" presName="ConnectLine" presStyleLbl="dkBgShp" presStyleIdx="3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EF5E5EF-E75B-4FFB-BEB7-D7E3AE417ADC}" type="pres">
      <dgm:prSet presAssocID="{90CCCF16-DFF2-4FA5-B19E-BAD144B29F58}" presName="ConnectorPoint" presStyleCnt="0"/>
      <dgm:spPr/>
    </dgm:pt>
    <dgm:pt modelId="{EAA458A1-E5E3-4B06-8CF5-7D63709E416B}" type="pres">
      <dgm:prSet presAssocID="{90CCCF16-DFF2-4FA5-B19E-BAD144B29F58}" presName="Bullet" presStyleLbl="node1NoLn" presStyleIdx="1" presStyleCnt="5"/>
      <dgm:spPr/>
    </dgm:pt>
    <dgm:pt modelId="{56578D8A-9BDC-498E-9131-2C0BF3CD7443}" type="pres">
      <dgm:prSet presAssocID="{90CCCF16-DFF2-4FA5-B19E-BAD144B29F58}" presName="EmptyPlaceHolder" presStyleCnt="0"/>
      <dgm:spPr/>
    </dgm:pt>
    <dgm:pt modelId="{D9D832A4-307B-48A7-991A-47B1C17BD5AC}" type="pres">
      <dgm:prSet presAssocID="{02E6F55B-59E8-42B2-A0A2-CE9F1C247CBB}" presName="spaceBetweenRectangles" presStyleCnt="0"/>
      <dgm:spPr/>
    </dgm:pt>
    <dgm:pt modelId="{8BD92E6B-530E-41FC-91D4-B9652FE48F8F}" type="pres">
      <dgm:prSet presAssocID="{770A9FBA-4B13-4058-B8F5-71F5764BD85E}" presName="composite" presStyleCnt="0"/>
      <dgm:spPr/>
    </dgm:pt>
    <dgm:pt modelId="{70875183-9CFE-4B26-8701-5586D4EE5A90}" type="pres">
      <dgm:prSet presAssocID="{770A9FBA-4B13-4058-B8F5-71F5764BD85E}" presName="DropPinPlaceHolder" presStyleCnt="0"/>
      <dgm:spPr/>
    </dgm:pt>
    <dgm:pt modelId="{3D55EE9E-6AEC-4C55-B260-D0439213E521}" type="pres">
      <dgm:prSet presAssocID="{770A9FBA-4B13-4058-B8F5-71F5764BD85E}" presName="DropPin" presStyleLbl="alignNode1" presStyleIdx="2" presStyleCnt="5"/>
      <dgm:spPr/>
    </dgm:pt>
    <dgm:pt modelId="{7DF5B3EF-591B-4C95-9C2C-A34E2DB7F9A4}" type="pres">
      <dgm:prSet presAssocID="{770A9FBA-4B13-4058-B8F5-71F5764BD85E}" presName="Ellipse" presStyleLbl="fgAcc1" presStyleIdx="2" presStyleCnt="5"/>
      <dgm:spPr/>
    </dgm:pt>
    <dgm:pt modelId="{EA2B3BA3-2A72-43F3-9927-28E12DD8A581}" type="pres">
      <dgm:prSet presAssocID="{770A9FBA-4B13-4058-B8F5-71F5764BD85E}" presName="L2TextContainer" presStyleLbl="revTx" presStyleIdx="4" presStyleCnt="10">
        <dgm:presLayoutVars>
          <dgm:bulletEnabled val="1"/>
        </dgm:presLayoutVars>
      </dgm:prSet>
      <dgm:spPr/>
    </dgm:pt>
    <dgm:pt modelId="{C7E5A4BE-71BB-4219-84E5-BD75062595AF}" type="pres">
      <dgm:prSet presAssocID="{770A9FBA-4B13-4058-B8F5-71F5764BD85E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AEBFE97A-93D5-4B76-98F1-651CC19FBC42}" type="pres">
      <dgm:prSet presAssocID="{770A9FBA-4B13-4058-B8F5-71F5764BD85E}" presName="ConnectLine" presStyleLbl="dkBgShp" presStyleIdx="4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1CCB1243-4194-4BF7-BF6F-396C9A507DB3}" type="pres">
      <dgm:prSet presAssocID="{770A9FBA-4B13-4058-B8F5-71F5764BD85E}" presName="ConnectorPoint" presStyleCnt="0"/>
      <dgm:spPr/>
    </dgm:pt>
    <dgm:pt modelId="{3D3FE268-AB8D-4EE6-8A45-E66379A50289}" type="pres">
      <dgm:prSet presAssocID="{770A9FBA-4B13-4058-B8F5-71F5764BD85E}" presName="Bullet" presStyleLbl="node1NoLn" presStyleIdx="2" presStyleCnt="5"/>
      <dgm:spPr/>
    </dgm:pt>
    <dgm:pt modelId="{8FE5BA9C-79E4-494E-AC9B-2BD89CD51551}" type="pres">
      <dgm:prSet presAssocID="{770A9FBA-4B13-4058-B8F5-71F5764BD85E}" presName="EmptyPlaceHolder" presStyleCnt="0"/>
      <dgm:spPr/>
    </dgm:pt>
    <dgm:pt modelId="{2126228C-566A-4F34-9853-F00886F41316}" type="pres">
      <dgm:prSet presAssocID="{04E31A4A-AA30-4CB6-8EFF-16C21D68B1CA}" presName="spaceBetweenRectangles" presStyleCnt="0"/>
      <dgm:spPr/>
    </dgm:pt>
    <dgm:pt modelId="{942C9A3F-1815-47D2-9B87-3A9396BC8AC2}" type="pres">
      <dgm:prSet presAssocID="{D532F183-4577-41FD-8EBB-F994B3B23107}" presName="composite" presStyleCnt="0"/>
      <dgm:spPr/>
    </dgm:pt>
    <dgm:pt modelId="{BDF89D09-3DB8-4461-825F-F91FC25FCB8A}" type="pres">
      <dgm:prSet presAssocID="{D532F183-4577-41FD-8EBB-F994B3B23107}" presName="DropPinPlaceHolder" presStyleCnt="0"/>
      <dgm:spPr/>
    </dgm:pt>
    <dgm:pt modelId="{8CBEC135-8D4B-4B1A-A5ED-4413D16A01C0}" type="pres">
      <dgm:prSet presAssocID="{D532F183-4577-41FD-8EBB-F994B3B23107}" presName="DropPin" presStyleLbl="alignNode1" presStyleIdx="3" presStyleCnt="5"/>
      <dgm:spPr/>
    </dgm:pt>
    <dgm:pt modelId="{6D99536D-420B-490A-8F39-1A72C4CEFE89}" type="pres">
      <dgm:prSet presAssocID="{D532F183-4577-41FD-8EBB-F994B3B23107}" presName="Ellipse" presStyleLbl="fgAcc1" presStyleIdx="3" presStyleCnt="5"/>
      <dgm:spPr/>
    </dgm:pt>
    <dgm:pt modelId="{9172A2B6-EEBD-4DD1-A5B0-020B1FA1D03A}" type="pres">
      <dgm:prSet presAssocID="{D532F183-4577-41FD-8EBB-F994B3B23107}" presName="L2TextContainer" presStyleLbl="revTx" presStyleIdx="6" presStyleCnt="10">
        <dgm:presLayoutVars>
          <dgm:bulletEnabled val="1"/>
        </dgm:presLayoutVars>
      </dgm:prSet>
      <dgm:spPr/>
    </dgm:pt>
    <dgm:pt modelId="{7C74D427-5E81-4198-980C-961BFF3AB132}" type="pres">
      <dgm:prSet presAssocID="{D532F183-4577-41FD-8EBB-F994B3B23107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86548C85-104F-4525-A9C7-7F73C7ADD6D2}" type="pres">
      <dgm:prSet presAssocID="{D532F183-4577-41FD-8EBB-F994B3B23107}" presName="ConnectLine" presStyleLbl="dkBgShp" presStyleIdx="5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EC821C8F-4A69-4495-A6A2-152D87313A96}" type="pres">
      <dgm:prSet presAssocID="{D532F183-4577-41FD-8EBB-F994B3B23107}" presName="ConnectorPoint" presStyleCnt="0"/>
      <dgm:spPr/>
    </dgm:pt>
    <dgm:pt modelId="{3753FDBF-5C32-42AC-9933-A33403F16F3C}" type="pres">
      <dgm:prSet presAssocID="{D532F183-4577-41FD-8EBB-F994B3B23107}" presName="Bullet" presStyleLbl="node1NoLn" presStyleIdx="3" presStyleCnt="5"/>
      <dgm:spPr/>
    </dgm:pt>
    <dgm:pt modelId="{55DBDCC0-113B-43F0-B44D-F4A17F513AD3}" type="pres">
      <dgm:prSet presAssocID="{D532F183-4577-41FD-8EBB-F994B3B23107}" presName="EmptyPlaceHolder" presStyleCnt="0"/>
      <dgm:spPr/>
    </dgm:pt>
    <dgm:pt modelId="{EEFCF6A1-CFD8-4A6A-A4FC-45F2BB9EC71D}" type="pres">
      <dgm:prSet presAssocID="{D2D209CA-DFE0-4D7D-BC20-22658A4E9104}" presName="spaceBetweenRectangles" presStyleCnt="0"/>
      <dgm:spPr/>
    </dgm:pt>
    <dgm:pt modelId="{082E87C9-00A5-443A-B23B-967BDFE4F575}" type="pres">
      <dgm:prSet presAssocID="{954F0A08-E097-4E23-A110-9721CAEF0B5D}" presName="composite" presStyleCnt="0"/>
      <dgm:spPr/>
    </dgm:pt>
    <dgm:pt modelId="{CEC58ACE-0861-475C-99B3-9F27F7423B10}" type="pres">
      <dgm:prSet presAssocID="{954F0A08-E097-4E23-A110-9721CAEF0B5D}" presName="DropPinPlaceHolder" presStyleCnt="0"/>
      <dgm:spPr/>
    </dgm:pt>
    <dgm:pt modelId="{0995892A-AF09-4302-B561-A0022C569A4E}" type="pres">
      <dgm:prSet presAssocID="{954F0A08-E097-4E23-A110-9721CAEF0B5D}" presName="DropPin" presStyleLbl="alignNode1" presStyleIdx="4" presStyleCnt="5"/>
      <dgm:spPr/>
    </dgm:pt>
    <dgm:pt modelId="{AC2157C3-BB13-4481-A05E-0AC8112281FD}" type="pres">
      <dgm:prSet presAssocID="{954F0A08-E097-4E23-A110-9721CAEF0B5D}" presName="Ellipse" presStyleLbl="fgAcc1" presStyleIdx="4" presStyleCnt="5"/>
      <dgm:spPr/>
    </dgm:pt>
    <dgm:pt modelId="{7011035F-882E-4BAB-AFAD-FF35FF48A0A1}" type="pres">
      <dgm:prSet presAssocID="{954F0A08-E097-4E23-A110-9721CAEF0B5D}" presName="L2TextContainer" presStyleLbl="revTx" presStyleIdx="8" presStyleCnt="10">
        <dgm:presLayoutVars>
          <dgm:bulletEnabled val="1"/>
        </dgm:presLayoutVars>
      </dgm:prSet>
      <dgm:spPr/>
    </dgm:pt>
    <dgm:pt modelId="{ACD2011E-222F-44F9-97AB-E8332BEF422D}" type="pres">
      <dgm:prSet presAssocID="{954F0A08-E097-4E23-A110-9721CAEF0B5D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B6934D79-8020-4E8D-AD56-F025074D97EC}" type="pres">
      <dgm:prSet presAssocID="{954F0A08-E097-4E23-A110-9721CAEF0B5D}" presName="ConnectLine" presStyleLbl="dkBgShp" presStyleIdx="6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E6FCF0E8-D5C5-434F-B544-374B4B2D91FB}" type="pres">
      <dgm:prSet presAssocID="{954F0A08-E097-4E23-A110-9721CAEF0B5D}" presName="ConnectorPoint" presStyleCnt="0"/>
      <dgm:spPr/>
    </dgm:pt>
    <dgm:pt modelId="{DE7B4C27-3C18-4946-B3A9-234C14EB6295}" type="pres">
      <dgm:prSet presAssocID="{954F0A08-E097-4E23-A110-9721CAEF0B5D}" presName="Bullet" presStyleLbl="node1NoLn" presStyleIdx="4" presStyleCnt="5"/>
      <dgm:spPr/>
    </dgm:pt>
    <dgm:pt modelId="{C073C669-09CF-45CD-BB3D-80E39D1B2AC5}" type="pres">
      <dgm:prSet presAssocID="{954F0A08-E097-4E23-A110-9721CAEF0B5D}" presName="EmptyPlaceHolder" presStyleCnt="0"/>
      <dgm:spPr/>
    </dgm:pt>
  </dgm:ptLst>
  <dgm:cxnLst>
    <dgm:cxn modelId="{2C02DA04-692B-4CDD-AE89-44F958EAFFAC}" srcId="{954F0A08-E097-4E23-A110-9721CAEF0B5D}" destId="{40D78EF8-4864-4701-B436-ACB59C572C38}" srcOrd="0" destOrd="0" parTransId="{75403377-5C81-4C53-9417-7F0B6476D7D1}" sibTransId="{2C0F627F-373B-406E-825F-A6565B37D95B}"/>
    <dgm:cxn modelId="{3D12C905-822C-4272-97B5-C6972C6BC533}" srcId="{770A9FBA-4B13-4058-B8F5-71F5764BD85E}" destId="{ADF4E844-87D3-423F-8599-482B2EC48CB5}" srcOrd="0" destOrd="0" parTransId="{2D914078-AED9-49CC-85F9-CE3AC9A71F3F}" sibTransId="{170014E5-3EA5-4DB7-ADDD-EB2BAB73E072}"/>
    <dgm:cxn modelId="{8A3F9508-05CD-4843-9E2E-546AF66B6F30}" srcId="{046A1B2C-F343-45B9-A0A3-0F5107945675}" destId="{770A9FBA-4B13-4058-B8F5-71F5764BD85E}" srcOrd="2" destOrd="0" parTransId="{194A2044-1F67-489C-971D-7E31A0EBE2C4}" sibTransId="{04E31A4A-AA30-4CB6-8EFF-16C21D68B1CA}"/>
    <dgm:cxn modelId="{8D961811-EA12-41FD-8BFE-B04FB6AE8A5B}" type="presOf" srcId="{954F0A08-E097-4E23-A110-9721CAEF0B5D}" destId="{ACD2011E-222F-44F9-97AB-E8332BEF422D}" srcOrd="0" destOrd="0" presId="urn:microsoft.com/office/officeart/2024/layout/BulletTimelineInverted"/>
    <dgm:cxn modelId="{F86C722E-8779-48FA-94B2-D705B7E6C466}" srcId="{90CCCF16-DFF2-4FA5-B19E-BAD144B29F58}" destId="{35F05B34-D92E-40FD-AFCE-5A06926284FB}" srcOrd="0" destOrd="0" parTransId="{719D7F36-C3D1-456B-AB31-F3837BFBB807}" sibTransId="{D82745D3-F5AB-4663-9016-E193A6B83C1B}"/>
    <dgm:cxn modelId="{6BB7E035-CED4-4652-91C7-3C3D097BB913}" srcId="{7A8F9B37-601F-4844-B9DE-9CB788A49A4A}" destId="{52C27D50-FD1B-4725-9C4F-8F10994DA3E0}" srcOrd="0" destOrd="0" parTransId="{6F717DB9-B497-48AF-B8C5-FD75B243CC04}" sibTransId="{FB639ED3-5776-4CAA-A74B-BC9BB39E9D8F}"/>
    <dgm:cxn modelId="{8805E95E-66F3-4719-8956-8B5854B7D02B}" type="presOf" srcId="{7A8F9B37-601F-4844-B9DE-9CB788A49A4A}" destId="{A643394D-6063-4880-A402-F5BD1CD41889}" srcOrd="0" destOrd="0" presId="urn:microsoft.com/office/officeart/2024/layout/BulletTimelineInverted"/>
    <dgm:cxn modelId="{2C73C468-3035-4197-A2E6-E60F64B376F7}" type="presOf" srcId="{ADF4E844-87D3-423F-8599-482B2EC48CB5}" destId="{EA2B3BA3-2A72-43F3-9927-28E12DD8A581}" srcOrd="0" destOrd="0" presId="urn:microsoft.com/office/officeart/2024/layout/BulletTimelineInverted"/>
    <dgm:cxn modelId="{46D29957-B89C-4AE6-8ACF-45B8B05D39D4}" srcId="{046A1B2C-F343-45B9-A0A3-0F5107945675}" destId="{D532F183-4577-41FD-8EBB-F994B3B23107}" srcOrd="3" destOrd="0" parTransId="{07FAD2A6-1D5B-4570-AB2A-7C59A15B9826}" sibTransId="{D2D209CA-DFE0-4D7D-BC20-22658A4E9104}"/>
    <dgm:cxn modelId="{CC01C759-538A-4AE8-BC10-A7B458797F91}" type="presOf" srcId="{046A1B2C-F343-45B9-A0A3-0F5107945675}" destId="{6B5483C4-EF9B-4F8D-8B7B-10480BFD4774}" srcOrd="0" destOrd="0" presId="urn:microsoft.com/office/officeart/2024/layout/BulletTimelineInverted"/>
    <dgm:cxn modelId="{4296CC5A-857B-44E3-9F87-3FD42F12DEE2}" type="presOf" srcId="{40D78EF8-4864-4701-B436-ACB59C572C38}" destId="{7011035F-882E-4BAB-AFAD-FF35FF48A0A1}" srcOrd="0" destOrd="0" presId="urn:microsoft.com/office/officeart/2024/layout/BulletTimelineInverted"/>
    <dgm:cxn modelId="{4841B782-C04F-4C43-B21C-067AD5FDA34C}" srcId="{D532F183-4577-41FD-8EBB-F994B3B23107}" destId="{1C090F88-F89E-4D06-8CCC-9DCF9F8DD04A}" srcOrd="0" destOrd="0" parTransId="{96BFAFF5-10BE-4BB2-843E-D8DBD52D5B11}" sibTransId="{C4980400-FFEC-4530-8D11-77BC1EB48632}"/>
    <dgm:cxn modelId="{559C9F89-854B-4C0F-A10F-24A25F8EC3C8}" type="presOf" srcId="{35F05B34-D92E-40FD-AFCE-5A06926284FB}" destId="{15F58B30-587F-420C-BA3D-5D265A259124}" srcOrd="0" destOrd="0" presId="urn:microsoft.com/office/officeart/2024/layout/BulletTimelineInverted"/>
    <dgm:cxn modelId="{168C598A-D27A-4F6B-946B-1DA4E106294D}" srcId="{046A1B2C-F343-45B9-A0A3-0F5107945675}" destId="{90CCCF16-DFF2-4FA5-B19E-BAD144B29F58}" srcOrd="1" destOrd="0" parTransId="{AD589434-3910-457E-84B2-CC607B24F96B}" sibTransId="{02E6F55B-59E8-42B2-A0A2-CE9F1C247CBB}"/>
    <dgm:cxn modelId="{79632C9F-ADAE-4982-8987-5641F084187C}" type="presOf" srcId="{90CCCF16-DFF2-4FA5-B19E-BAD144B29F58}" destId="{76C20B5F-0B6B-4A4C-B1FA-A2AB87A82B33}" srcOrd="0" destOrd="0" presId="urn:microsoft.com/office/officeart/2024/layout/BulletTimelineInverted"/>
    <dgm:cxn modelId="{AF579E9F-9ED4-4FA9-BBBD-C4C721528FF9}" type="presOf" srcId="{52C27D50-FD1B-4725-9C4F-8F10994DA3E0}" destId="{37EC4E1F-AA2D-4F79-B9D5-764D62C7A91A}" srcOrd="0" destOrd="0" presId="urn:microsoft.com/office/officeart/2024/layout/BulletTimelineInverted"/>
    <dgm:cxn modelId="{2E7DC7AC-C7AC-4E3B-B16B-E8A244E8019F}" type="presOf" srcId="{770A9FBA-4B13-4058-B8F5-71F5764BD85E}" destId="{C7E5A4BE-71BB-4219-84E5-BD75062595AF}" srcOrd="0" destOrd="0" presId="urn:microsoft.com/office/officeart/2024/layout/BulletTimelineInverted"/>
    <dgm:cxn modelId="{64100DB3-DE18-4251-B341-E6D3C12EE07A}" srcId="{046A1B2C-F343-45B9-A0A3-0F5107945675}" destId="{7A8F9B37-601F-4844-B9DE-9CB788A49A4A}" srcOrd="0" destOrd="0" parTransId="{92E7C446-6689-4A84-B14F-8478D171721A}" sibTransId="{59ADB8DD-260E-4E0F-BDBC-E866A75DBC71}"/>
    <dgm:cxn modelId="{BF4D4DC2-2EBE-44FF-86EA-6305D23066C0}" type="presOf" srcId="{D532F183-4577-41FD-8EBB-F994B3B23107}" destId="{7C74D427-5E81-4198-980C-961BFF3AB132}" srcOrd="0" destOrd="0" presId="urn:microsoft.com/office/officeart/2024/layout/BulletTimelineInverted"/>
    <dgm:cxn modelId="{B2FDC5C6-10A4-4EE3-889C-C1ED71812F0D}" srcId="{046A1B2C-F343-45B9-A0A3-0F5107945675}" destId="{954F0A08-E097-4E23-A110-9721CAEF0B5D}" srcOrd="4" destOrd="0" parTransId="{CB2C76DF-A33E-4891-BE72-1C83998241F5}" sibTransId="{883932CC-3267-4F6F-BB0D-A84374CF8F9C}"/>
    <dgm:cxn modelId="{B93BE8FF-77CF-4FB8-ABFB-462AD22B2410}" type="presOf" srcId="{1C090F88-F89E-4D06-8CCC-9DCF9F8DD04A}" destId="{9172A2B6-EEBD-4DD1-A5B0-020B1FA1D03A}" srcOrd="0" destOrd="0" presId="urn:microsoft.com/office/officeart/2024/layout/BulletTimelineInverted"/>
    <dgm:cxn modelId="{91007537-F929-47A9-98CE-B22F10E253ED}" type="presParOf" srcId="{6B5483C4-EF9B-4F8D-8B7B-10480BFD4774}" destId="{CF61B0BF-4FAC-410D-803B-3C88BBC97B74}" srcOrd="0" destOrd="0" presId="urn:microsoft.com/office/officeart/2024/layout/BulletTimelineInverted"/>
    <dgm:cxn modelId="{89658314-C036-4FD3-94CA-6BF6CAB795F1}" type="presParOf" srcId="{CF61B0BF-4FAC-410D-803B-3C88BBC97B74}" destId="{6A2959A6-7CD4-4920-93B5-A3110EFD1820}" srcOrd="0" destOrd="0" presId="urn:microsoft.com/office/officeart/2024/layout/BulletTimelineInverted"/>
    <dgm:cxn modelId="{FCECD713-8818-439A-88CD-0360D7ABEC4C}" type="presParOf" srcId="{CF61B0BF-4FAC-410D-803B-3C88BBC97B74}" destId="{1A0EB15F-77AE-46AD-A3EC-AF4735BBAD35}" srcOrd="1" destOrd="0" presId="urn:microsoft.com/office/officeart/2024/layout/BulletTimelineInverted"/>
    <dgm:cxn modelId="{DCF0A6DC-AA82-48DF-97EF-504E8A873B78}" type="presParOf" srcId="{6B5483C4-EF9B-4F8D-8B7B-10480BFD4774}" destId="{DFBF23FA-729D-4CA4-885D-69E733CF8E5C}" srcOrd="1" destOrd="0" presId="urn:microsoft.com/office/officeart/2024/layout/BulletTimelineInverted"/>
    <dgm:cxn modelId="{7F5A052C-8450-4CE6-AF08-FCDF05EC0CB0}" type="presParOf" srcId="{DFBF23FA-729D-4CA4-885D-69E733CF8E5C}" destId="{2ACBA00B-8EAC-4933-B07D-242E8CFD6BB3}" srcOrd="0" destOrd="0" presId="urn:microsoft.com/office/officeart/2024/layout/BulletTimelineInverted"/>
    <dgm:cxn modelId="{F117CCF5-B59E-4DDA-952C-61D5826DA8FF}" type="presParOf" srcId="{2ACBA00B-8EAC-4933-B07D-242E8CFD6BB3}" destId="{F7B4AA68-4B28-4AA7-8FA8-039E58CC848C}" srcOrd="0" destOrd="0" presId="urn:microsoft.com/office/officeart/2024/layout/BulletTimelineInverted"/>
    <dgm:cxn modelId="{79BBEAE8-7ED0-4615-9D98-86C6427C16F2}" type="presParOf" srcId="{F7B4AA68-4B28-4AA7-8FA8-039E58CC848C}" destId="{7EA58613-B8F2-4869-AE52-5B98970F3044}" srcOrd="0" destOrd="0" presId="urn:microsoft.com/office/officeart/2024/layout/BulletTimelineInverted"/>
    <dgm:cxn modelId="{119B498F-878E-4D88-ABC2-FB9346D63A1C}" type="presParOf" srcId="{F7B4AA68-4B28-4AA7-8FA8-039E58CC848C}" destId="{332D2E0D-11D7-4632-9CED-47A01F0FBBC0}" srcOrd="1" destOrd="0" presId="urn:microsoft.com/office/officeart/2024/layout/BulletTimelineInverted"/>
    <dgm:cxn modelId="{7DD6952B-98F6-4876-BAC6-61031FEE4686}" type="presParOf" srcId="{2ACBA00B-8EAC-4933-B07D-242E8CFD6BB3}" destId="{37EC4E1F-AA2D-4F79-B9D5-764D62C7A91A}" srcOrd="1" destOrd="0" presId="urn:microsoft.com/office/officeart/2024/layout/BulletTimelineInverted"/>
    <dgm:cxn modelId="{4A9F01DA-223C-4352-82C6-2F0320DCDFB2}" type="presParOf" srcId="{2ACBA00B-8EAC-4933-B07D-242E8CFD6BB3}" destId="{A643394D-6063-4880-A402-F5BD1CD41889}" srcOrd="2" destOrd="0" presId="urn:microsoft.com/office/officeart/2024/layout/BulletTimelineInverted"/>
    <dgm:cxn modelId="{0441848E-8F1F-42DB-8628-2F7C3A19889B}" type="presParOf" srcId="{2ACBA00B-8EAC-4933-B07D-242E8CFD6BB3}" destId="{3F06303E-A4D4-4201-AFF9-CD7EA9B2D529}" srcOrd="3" destOrd="0" presId="urn:microsoft.com/office/officeart/2024/layout/BulletTimelineInverted"/>
    <dgm:cxn modelId="{840F3C2F-4EB0-42B4-B7EE-8A3D43F3A7BD}" type="presParOf" srcId="{2ACBA00B-8EAC-4933-B07D-242E8CFD6BB3}" destId="{1E7970BE-39E2-414C-B0E7-27DEC9CE2A1A}" srcOrd="4" destOrd="0" presId="urn:microsoft.com/office/officeart/2024/layout/BulletTimelineInverted"/>
    <dgm:cxn modelId="{0D53B746-DC78-407E-8819-82248AA8B025}" type="presParOf" srcId="{1E7970BE-39E2-414C-B0E7-27DEC9CE2A1A}" destId="{654B3A7A-7022-4D7A-B072-A01B29F1BD4F}" srcOrd="0" destOrd="0" presId="urn:microsoft.com/office/officeart/2024/layout/BulletTimelineInverted"/>
    <dgm:cxn modelId="{6C8F5086-9791-41E7-9F38-A9CAD63EB97C}" type="presParOf" srcId="{2ACBA00B-8EAC-4933-B07D-242E8CFD6BB3}" destId="{0A90DBD1-780A-4C76-89A4-F6E8AE2C9D9D}" srcOrd="5" destOrd="0" presId="urn:microsoft.com/office/officeart/2024/layout/BulletTimelineInverted"/>
    <dgm:cxn modelId="{F65364AD-2F34-4199-B5FD-EDFF02FE43BC}" type="presParOf" srcId="{DFBF23FA-729D-4CA4-885D-69E733CF8E5C}" destId="{95E52F90-C399-4A9D-B7D1-7BBDD47E304F}" srcOrd="1" destOrd="0" presId="urn:microsoft.com/office/officeart/2024/layout/BulletTimelineInverted"/>
    <dgm:cxn modelId="{05351304-20E5-402F-9107-2D5C24446CD1}" type="presParOf" srcId="{DFBF23FA-729D-4CA4-885D-69E733CF8E5C}" destId="{4B0714D3-BC45-4C57-B2A3-2A4F3E29F6CC}" srcOrd="2" destOrd="0" presId="urn:microsoft.com/office/officeart/2024/layout/BulletTimelineInverted"/>
    <dgm:cxn modelId="{8FFFC9C1-0829-4E3C-B5C7-BB4FB63E9008}" type="presParOf" srcId="{4B0714D3-BC45-4C57-B2A3-2A4F3E29F6CC}" destId="{49025429-A83B-41F3-999C-DE2BB2A3D95A}" srcOrd="0" destOrd="0" presId="urn:microsoft.com/office/officeart/2024/layout/BulletTimelineInverted"/>
    <dgm:cxn modelId="{B1684115-B934-4B15-9112-C7777CFD3BF3}" type="presParOf" srcId="{49025429-A83B-41F3-999C-DE2BB2A3D95A}" destId="{52FE3F5E-E512-4EB5-B717-976361281FCB}" srcOrd="0" destOrd="0" presId="urn:microsoft.com/office/officeart/2024/layout/BulletTimelineInverted"/>
    <dgm:cxn modelId="{3B46F1BB-2BD3-4E25-BCB0-F0ECD2B778FF}" type="presParOf" srcId="{49025429-A83B-41F3-999C-DE2BB2A3D95A}" destId="{375044B9-8C65-4F09-9516-9FFDFD03E9C9}" srcOrd="1" destOrd="0" presId="urn:microsoft.com/office/officeart/2024/layout/BulletTimelineInverted"/>
    <dgm:cxn modelId="{BF278BD0-4412-4C6E-B6FF-846CFF710C6B}" type="presParOf" srcId="{4B0714D3-BC45-4C57-B2A3-2A4F3E29F6CC}" destId="{15F58B30-587F-420C-BA3D-5D265A259124}" srcOrd="1" destOrd="0" presId="urn:microsoft.com/office/officeart/2024/layout/BulletTimelineInverted"/>
    <dgm:cxn modelId="{B2E719A9-99D5-46EE-B939-6081B03110AE}" type="presParOf" srcId="{4B0714D3-BC45-4C57-B2A3-2A4F3E29F6CC}" destId="{76C20B5F-0B6B-4A4C-B1FA-A2AB87A82B33}" srcOrd="2" destOrd="0" presId="urn:microsoft.com/office/officeart/2024/layout/BulletTimelineInverted"/>
    <dgm:cxn modelId="{0357E30B-7398-43E6-9363-BD54B264132C}" type="presParOf" srcId="{4B0714D3-BC45-4C57-B2A3-2A4F3E29F6CC}" destId="{FC5F8F1A-16EC-4A4C-A8ED-2588C66F7628}" srcOrd="3" destOrd="0" presId="urn:microsoft.com/office/officeart/2024/layout/BulletTimelineInverted"/>
    <dgm:cxn modelId="{557A7296-CD91-4837-8D4C-3F90383D4595}" type="presParOf" srcId="{4B0714D3-BC45-4C57-B2A3-2A4F3E29F6CC}" destId="{5EF5E5EF-E75B-4FFB-BEB7-D7E3AE417ADC}" srcOrd="4" destOrd="0" presId="urn:microsoft.com/office/officeart/2024/layout/BulletTimelineInverted"/>
    <dgm:cxn modelId="{0CBFE73B-A832-434C-8E63-C32369F9A40D}" type="presParOf" srcId="{5EF5E5EF-E75B-4FFB-BEB7-D7E3AE417ADC}" destId="{EAA458A1-E5E3-4B06-8CF5-7D63709E416B}" srcOrd="0" destOrd="0" presId="urn:microsoft.com/office/officeart/2024/layout/BulletTimelineInverted"/>
    <dgm:cxn modelId="{5E7BDDC8-4CCC-41BE-A017-13BD40196E3A}" type="presParOf" srcId="{4B0714D3-BC45-4C57-B2A3-2A4F3E29F6CC}" destId="{56578D8A-9BDC-498E-9131-2C0BF3CD7443}" srcOrd="5" destOrd="0" presId="urn:microsoft.com/office/officeart/2024/layout/BulletTimelineInverted"/>
    <dgm:cxn modelId="{B5488E96-8BCD-400A-B53D-6C8F654BDF96}" type="presParOf" srcId="{DFBF23FA-729D-4CA4-885D-69E733CF8E5C}" destId="{D9D832A4-307B-48A7-991A-47B1C17BD5AC}" srcOrd="3" destOrd="0" presId="urn:microsoft.com/office/officeart/2024/layout/BulletTimelineInverted"/>
    <dgm:cxn modelId="{36AC16A8-3192-43FF-9393-32674AB42086}" type="presParOf" srcId="{DFBF23FA-729D-4CA4-885D-69E733CF8E5C}" destId="{8BD92E6B-530E-41FC-91D4-B9652FE48F8F}" srcOrd="4" destOrd="0" presId="urn:microsoft.com/office/officeart/2024/layout/BulletTimelineInverted"/>
    <dgm:cxn modelId="{5EB48A78-08DF-40E3-B622-692C3A14C705}" type="presParOf" srcId="{8BD92E6B-530E-41FC-91D4-B9652FE48F8F}" destId="{70875183-9CFE-4B26-8701-5586D4EE5A90}" srcOrd="0" destOrd="0" presId="urn:microsoft.com/office/officeart/2024/layout/BulletTimelineInverted"/>
    <dgm:cxn modelId="{246BE318-6F4F-4588-9793-E79676C96CA1}" type="presParOf" srcId="{70875183-9CFE-4B26-8701-5586D4EE5A90}" destId="{3D55EE9E-6AEC-4C55-B260-D0439213E521}" srcOrd="0" destOrd="0" presId="urn:microsoft.com/office/officeart/2024/layout/BulletTimelineInverted"/>
    <dgm:cxn modelId="{9D028F38-F230-4983-98D1-EBB70E3C5771}" type="presParOf" srcId="{70875183-9CFE-4B26-8701-5586D4EE5A90}" destId="{7DF5B3EF-591B-4C95-9C2C-A34E2DB7F9A4}" srcOrd="1" destOrd="0" presId="urn:microsoft.com/office/officeart/2024/layout/BulletTimelineInverted"/>
    <dgm:cxn modelId="{DBF539A5-44CC-4053-9725-A9B535D03C42}" type="presParOf" srcId="{8BD92E6B-530E-41FC-91D4-B9652FE48F8F}" destId="{EA2B3BA3-2A72-43F3-9927-28E12DD8A581}" srcOrd="1" destOrd="0" presId="urn:microsoft.com/office/officeart/2024/layout/BulletTimelineInverted"/>
    <dgm:cxn modelId="{7318B849-CDCA-488B-834E-3B2DD787E66E}" type="presParOf" srcId="{8BD92E6B-530E-41FC-91D4-B9652FE48F8F}" destId="{C7E5A4BE-71BB-4219-84E5-BD75062595AF}" srcOrd="2" destOrd="0" presId="urn:microsoft.com/office/officeart/2024/layout/BulletTimelineInverted"/>
    <dgm:cxn modelId="{A5E75EBF-76A2-45C3-8C1B-DDCE7A829AD2}" type="presParOf" srcId="{8BD92E6B-530E-41FC-91D4-B9652FE48F8F}" destId="{AEBFE97A-93D5-4B76-98F1-651CC19FBC42}" srcOrd="3" destOrd="0" presId="urn:microsoft.com/office/officeart/2024/layout/BulletTimelineInverted"/>
    <dgm:cxn modelId="{57E440A9-B799-45F3-A176-D73A0C36348E}" type="presParOf" srcId="{8BD92E6B-530E-41FC-91D4-B9652FE48F8F}" destId="{1CCB1243-4194-4BF7-BF6F-396C9A507DB3}" srcOrd="4" destOrd="0" presId="urn:microsoft.com/office/officeart/2024/layout/BulletTimelineInverted"/>
    <dgm:cxn modelId="{891277D3-1585-4E1F-89E8-817415ADBE2C}" type="presParOf" srcId="{1CCB1243-4194-4BF7-BF6F-396C9A507DB3}" destId="{3D3FE268-AB8D-4EE6-8A45-E66379A50289}" srcOrd="0" destOrd="0" presId="urn:microsoft.com/office/officeart/2024/layout/BulletTimelineInverted"/>
    <dgm:cxn modelId="{3351A67B-5C53-4A5F-976C-3265D37A3DDB}" type="presParOf" srcId="{8BD92E6B-530E-41FC-91D4-B9652FE48F8F}" destId="{8FE5BA9C-79E4-494E-AC9B-2BD89CD51551}" srcOrd="5" destOrd="0" presId="urn:microsoft.com/office/officeart/2024/layout/BulletTimelineInverted"/>
    <dgm:cxn modelId="{5CD70695-1F3B-4818-8812-E73968156B5C}" type="presParOf" srcId="{DFBF23FA-729D-4CA4-885D-69E733CF8E5C}" destId="{2126228C-566A-4F34-9853-F00886F41316}" srcOrd="5" destOrd="0" presId="urn:microsoft.com/office/officeart/2024/layout/BulletTimelineInverted"/>
    <dgm:cxn modelId="{DA321142-B668-4F67-A093-EFBE62428052}" type="presParOf" srcId="{DFBF23FA-729D-4CA4-885D-69E733CF8E5C}" destId="{942C9A3F-1815-47D2-9B87-3A9396BC8AC2}" srcOrd="6" destOrd="0" presId="urn:microsoft.com/office/officeart/2024/layout/BulletTimelineInverted"/>
    <dgm:cxn modelId="{74E1A55E-465E-464E-AF9C-59E2475CABFB}" type="presParOf" srcId="{942C9A3F-1815-47D2-9B87-3A9396BC8AC2}" destId="{BDF89D09-3DB8-4461-825F-F91FC25FCB8A}" srcOrd="0" destOrd="0" presId="urn:microsoft.com/office/officeart/2024/layout/BulletTimelineInverted"/>
    <dgm:cxn modelId="{6F3BD0CD-3BD5-4C00-B157-13029ACF71CD}" type="presParOf" srcId="{BDF89D09-3DB8-4461-825F-F91FC25FCB8A}" destId="{8CBEC135-8D4B-4B1A-A5ED-4413D16A01C0}" srcOrd="0" destOrd="0" presId="urn:microsoft.com/office/officeart/2024/layout/BulletTimelineInverted"/>
    <dgm:cxn modelId="{EFD0CAE4-8B35-4B48-98F6-57FCD83005A8}" type="presParOf" srcId="{BDF89D09-3DB8-4461-825F-F91FC25FCB8A}" destId="{6D99536D-420B-490A-8F39-1A72C4CEFE89}" srcOrd="1" destOrd="0" presId="urn:microsoft.com/office/officeart/2024/layout/BulletTimelineInverted"/>
    <dgm:cxn modelId="{9A2C116A-6BCC-48AE-B68B-73A1EC3BBC54}" type="presParOf" srcId="{942C9A3F-1815-47D2-9B87-3A9396BC8AC2}" destId="{9172A2B6-EEBD-4DD1-A5B0-020B1FA1D03A}" srcOrd="1" destOrd="0" presId="urn:microsoft.com/office/officeart/2024/layout/BulletTimelineInverted"/>
    <dgm:cxn modelId="{6FBE3229-90C3-44F1-9515-1656F6FBC950}" type="presParOf" srcId="{942C9A3F-1815-47D2-9B87-3A9396BC8AC2}" destId="{7C74D427-5E81-4198-980C-961BFF3AB132}" srcOrd="2" destOrd="0" presId="urn:microsoft.com/office/officeart/2024/layout/BulletTimelineInverted"/>
    <dgm:cxn modelId="{6FAB39D5-4816-4415-914C-D3F66A8C13F4}" type="presParOf" srcId="{942C9A3F-1815-47D2-9B87-3A9396BC8AC2}" destId="{86548C85-104F-4525-A9C7-7F73C7ADD6D2}" srcOrd="3" destOrd="0" presId="urn:microsoft.com/office/officeart/2024/layout/BulletTimelineInverted"/>
    <dgm:cxn modelId="{C05AE401-4DDC-420B-92EB-3AAFB365A5EA}" type="presParOf" srcId="{942C9A3F-1815-47D2-9B87-3A9396BC8AC2}" destId="{EC821C8F-4A69-4495-A6A2-152D87313A96}" srcOrd="4" destOrd="0" presId="urn:microsoft.com/office/officeart/2024/layout/BulletTimelineInverted"/>
    <dgm:cxn modelId="{81C6CF0C-BFB6-4104-B965-1BDD419A908A}" type="presParOf" srcId="{EC821C8F-4A69-4495-A6A2-152D87313A96}" destId="{3753FDBF-5C32-42AC-9933-A33403F16F3C}" srcOrd="0" destOrd="0" presId="urn:microsoft.com/office/officeart/2024/layout/BulletTimelineInverted"/>
    <dgm:cxn modelId="{5667E3FC-D008-43B7-8121-8973617CF985}" type="presParOf" srcId="{942C9A3F-1815-47D2-9B87-3A9396BC8AC2}" destId="{55DBDCC0-113B-43F0-B44D-F4A17F513AD3}" srcOrd="5" destOrd="0" presId="urn:microsoft.com/office/officeart/2024/layout/BulletTimelineInverted"/>
    <dgm:cxn modelId="{E6D51664-026D-4ED4-99B7-9FAE8D5560CB}" type="presParOf" srcId="{DFBF23FA-729D-4CA4-885D-69E733CF8E5C}" destId="{EEFCF6A1-CFD8-4A6A-A4FC-45F2BB9EC71D}" srcOrd="7" destOrd="0" presId="urn:microsoft.com/office/officeart/2024/layout/BulletTimelineInverted"/>
    <dgm:cxn modelId="{7E0E8133-944E-4667-89C5-4634030A6887}" type="presParOf" srcId="{DFBF23FA-729D-4CA4-885D-69E733CF8E5C}" destId="{082E87C9-00A5-443A-B23B-967BDFE4F575}" srcOrd="8" destOrd="0" presId="urn:microsoft.com/office/officeart/2024/layout/BulletTimelineInverted"/>
    <dgm:cxn modelId="{47CA2A41-194D-4E1D-A577-D7F36CC8CF67}" type="presParOf" srcId="{082E87C9-00A5-443A-B23B-967BDFE4F575}" destId="{CEC58ACE-0861-475C-99B3-9F27F7423B10}" srcOrd="0" destOrd="0" presId="urn:microsoft.com/office/officeart/2024/layout/BulletTimelineInverted"/>
    <dgm:cxn modelId="{2A92ACD7-7E55-451D-8740-46B25CB328BE}" type="presParOf" srcId="{CEC58ACE-0861-475C-99B3-9F27F7423B10}" destId="{0995892A-AF09-4302-B561-A0022C569A4E}" srcOrd="0" destOrd="0" presId="urn:microsoft.com/office/officeart/2024/layout/BulletTimelineInverted"/>
    <dgm:cxn modelId="{D97E5265-03BC-4010-9D68-F593CEAFC9F8}" type="presParOf" srcId="{CEC58ACE-0861-475C-99B3-9F27F7423B10}" destId="{AC2157C3-BB13-4481-A05E-0AC8112281FD}" srcOrd="1" destOrd="0" presId="urn:microsoft.com/office/officeart/2024/layout/BulletTimelineInverted"/>
    <dgm:cxn modelId="{4CCB3D20-F0BE-4C9A-BB31-D3028E3AF7D5}" type="presParOf" srcId="{082E87C9-00A5-443A-B23B-967BDFE4F575}" destId="{7011035F-882E-4BAB-AFAD-FF35FF48A0A1}" srcOrd="1" destOrd="0" presId="urn:microsoft.com/office/officeart/2024/layout/BulletTimelineInverted"/>
    <dgm:cxn modelId="{DF6B6A71-AE75-45A7-80F7-31369BDB82ED}" type="presParOf" srcId="{082E87C9-00A5-443A-B23B-967BDFE4F575}" destId="{ACD2011E-222F-44F9-97AB-E8332BEF422D}" srcOrd="2" destOrd="0" presId="urn:microsoft.com/office/officeart/2024/layout/BulletTimelineInverted"/>
    <dgm:cxn modelId="{4176517B-CD86-4CE8-8BA7-BB2CC774E7C7}" type="presParOf" srcId="{082E87C9-00A5-443A-B23B-967BDFE4F575}" destId="{B6934D79-8020-4E8D-AD56-F025074D97EC}" srcOrd="3" destOrd="0" presId="urn:microsoft.com/office/officeart/2024/layout/BulletTimelineInverted"/>
    <dgm:cxn modelId="{FA00F62D-9C9B-45C7-A62D-1C4C32439908}" type="presParOf" srcId="{082E87C9-00A5-443A-B23B-967BDFE4F575}" destId="{E6FCF0E8-D5C5-434F-B544-374B4B2D91FB}" srcOrd="4" destOrd="0" presId="urn:microsoft.com/office/officeart/2024/layout/BulletTimelineInverted"/>
    <dgm:cxn modelId="{34F282CF-7AC1-4822-BDD9-E279DB978749}" type="presParOf" srcId="{E6FCF0E8-D5C5-434F-B544-374B4B2D91FB}" destId="{DE7B4C27-3C18-4946-B3A9-234C14EB6295}" srcOrd="0" destOrd="0" presId="urn:microsoft.com/office/officeart/2024/layout/BulletTimelineInverted"/>
    <dgm:cxn modelId="{FC145513-3FAC-4FB9-BD4C-1306066A5061}" type="presParOf" srcId="{082E87C9-00A5-443A-B23B-967BDFE4F575}" destId="{C073C669-09CF-45CD-BB3D-80E39D1B2AC5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FFE06-53D1-4B8D-8C6B-ABDDC2FD2AA0}">
      <dsp:nvSpPr>
        <dsp:cNvPr id="0" name=""/>
        <dsp:cNvSpPr/>
      </dsp:nvSpPr>
      <dsp:spPr>
        <a:xfrm>
          <a:off x="-5587385" y="-860123"/>
          <a:ext cx="6689567" cy="6689567"/>
        </a:xfrm>
        <a:prstGeom prst="blockArc">
          <a:avLst>
            <a:gd name="adj1" fmla="val 18900000"/>
            <a:gd name="adj2" fmla="val 2700000"/>
            <a:gd name="adj3" fmla="val 32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E3688A-179B-43D8-B995-B7FA0CF953A7}">
      <dsp:nvSpPr>
        <dsp:cNvPr id="0" name=""/>
        <dsp:cNvSpPr/>
      </dsp:nvSpPr>
      <dsp:spPr>
        <a:xfrm>
          <a:off x="430335" y="261684"/>
          <a:ext cx="5645865" cy="5231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266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Digital Payment</a:t>
          </a:r>
        </a:p>
      </dsp:txBody>
      <dsp:txXfrm>
        <a:off x="430335" y="261684"/>
        <a:ext cx="5645865" cy="523170"/>
      </dsp:txXfrm>
    </dsp:sp>
    <dsp:sp modelId="{27E7EF6C-6C5A-48C8-9CA1-66AB2574790E}">
      <dsp:nvSpPr>
        <dsp:cNvPr id="0" name=""/>
        <dsp:cNvSpPr/>
      </dsp:nvSpPr>
      <dsp:spPr>
        <a:xfrm>
          <a:off x="0" y="153924"/>
          <a:ext cx="784127" cy="75386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39CFC2-CDE0-40C6-BA44-7AE20B3BF211}">
      <dsp:nvSpPr>
        <dsp:cNvPr id="0" name=""/>
        <dsp:cNvSpPr/>
      </dsp:nvSpPr>
      <dsp:spPr>
        <a:xfrm>
          <a:off x="898950" y="1105447"/>
          <a:ext cx="5215521" cy="5231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266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E-Governance</a:t>
          </a:r>
        </a:p>
      </dsp:txBody>
      <dsp:txXfrm>
        <a:off x="898950" y="1105447"/>
        <a:ext cx="5215521" cy="523170"/>
      </dsp:txXfrm>
    </dsp:sp>
    <dsp:sp modelId="{09D1C121-FBCB-4129-B775-D778A5481B3A}">
      <dsp:nvSpPr>
        <dsp:cNvPr id="0" name=""/>
        <dsp:cNvSpPr/>
      </dsp:nvSpPr>
      <dsp:spPr>
        <a:xfrm>
          <a:off x="346255" y="989105"/>
          <a:ext cx="827099" cy="7745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C2A927-1E9A-4DFF-91BF-460507CCB55C}">
      <dsp:nvSpPr>
        <dsp:cNvPr id="0" name=""/>
        <dsp:cNvSpPr/>
      </dsp:nvSpPr>
      <dsp:spPr>
        <a:xfrm>
          <a:off x="1053498" y="1885191"/>
          <a:ext cx="5018736" cy="5231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266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Digital Education</a:t>
          </a:r>
        </a:p>
      </dsp:txBody>
      <dsp:txXfrm>
        <a:off x="1053498" y="1885191"/>
        <a:ext cx="5018736" cy="523170"/>
      </dsp:txXfrm>
    </dsp:sp>
    <dsp:sp modelId="{62320235-09AB-4E28-820E-292C71A1B68C}">
      <dsp:nvSpPr>
        <dsp:cNvPr id="0" name=""/>
        <dsp:cNvSpPr/>
      </dsp:nvSpPr>
      <dsp:spPr>
        <a:xfrm>
          <a:off x="599447" y="1763713"/>
          <a:ext cx="852688" cy="7665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A3C4C-96EE-4711-9170-97EF8FE542D4}">
      <dsp:nvSpPr>
        <dsp:cNvPr id="0" name=""/>
        <dsp:cNvSpPr/>
      </dsp:nvSpPr>
      <dsp:spPr>
        <a:xfrm>
          <a:off x="1053498" y="2686959"/>
          <a:ext cx="5018736" cy="5231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266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Digital Healthcare</a:t>
          </a:r>
        </a:p>
      </dsp:txBody>
      <dsp:txXfrm>
        <a:off x="1053498" y="2686959"/>
        <a:ext cx="5018736" cy="523170"/>
      </dsp:txXfrm>
    </dsp:sp>
    <dsp:sp modelId="{0FF34CE8-D025-4E62-8F79-C5BDCD6D90CE}">
      <dsp:nvSpPr>
        <dsp:cNvPr id="0" name=""/>
        <dsp:cNvSpPr/>
      </dsp:nvSpPr>
      <dsp:spPr>
        <a:xfrm>
          <a:off x="496412" y="2548964"/>
          <a:ext cx="825071" cy="8214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0B7D50-3B54-4759-9F74-AF650DE7B532}">
      <dsp:nvSpPr>
        <dsp:cNvPr id="0" name=""/>
        <dsp:cNvSpPr/>
      </dsp:nvSpPr>
      <dsp:spPr>
        <a:xfrm>
          <a:off x="898950" y="3540606"/>
          <a:ext cx="5215521" cy="5231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266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Online Banking</a:t>
          </a:r>
        </a:p>
      </dsp:txBody>
      <dsp:txXfrm>
        <a:off x="898950" y="3540606"/>
        <a:ext cx="5215521" cy="523170"/>
      </dsp:txXfrm>
    </dsp:sp>
    <dsp:sp modelId="{1AEAF354-10CF-4215-A111-D8396AC4551A}">
      <dsp:nvSpPr>
        <dsp:cNvPr id="0" name=""/>
        <dsp:cNvSpPr/>
      </dsp:nvSpPr>
      <dsp:spPr>
        <a:xfrm>
          <a:off x="378083" y="3448939"/>
          <a:ext cx="778496" cy="7659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9CF52F-2297-44E5-9E70-3E3526D650B5}">
      <dsp:nvSpPr>
        <dsp:cNvPr id="0" name=""/>
        <dsp:cNvSpPr/>
      </dsp:nvSpPr>
      <dsp:spPr>
        <a:xfrm>
          <a:off x="468606" y="4429958"/>
          <a:ext cx="5645865" cy="5231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266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Digital Infrastructure</a:t>
          </a:r>
        </a:p>
      </dsp:txBody>
      <dsp:txXfrm>
        <a:off x="468606" y="4429958"/>
        <a:ext cx="5645865" cy="523170"/>
      </dsp:txXfrm>
    </dsp:sp>
    <dsp:sp modelId="{ADD046E0-B521-4553-BCD1-21AEE5AD4268}">
      <dsp:nvSpPr>
        <dsp:cNvPr id="0" name=""/>
        <dsp:cNvSpPr/>
      </dsp:nvSpPr>
      <dsp:spPr>
        <a:xfrm>
          <a:off x="0" y="4212640"/>
          <a:ext cx="741959" cy="7566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5E7A0-EED3-4826-91A3-2CD4DCE7714C}">
      <dsp:nvSpPr>
        <dsp:cNvPr id="0" name=""/>
        <dsp:cNvSpPr/>
      </dsp:nvSpPr>
      <dsp:spPr>
        <a:xfrm>
          <a:off x="5170" y="1430259"/>
          <a:ext cx="1602789" cy="9616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Internet</a:t>
          </a:r>
        </a:p>
      </dsp:txBody>
      <dsp:txXfrm>
        <a:off x="33336" y="1458425"/>
        <a:ext cx="1546457" cy="905341"/>
      </dsp:txXfrm>
    </dsp:sp>
    <dsp:sp modelId="{83AB9B1A-241D-4CD7-BE30-732403B977A4}">
      <dsp:nvSpPr>
        <dsp:cNvPr id="0" name=""/>
        <dsp:cNvSpPr/>
      </dsp:nvSpPr>
      <dsp:spPr>
        <a:xfrm>
          <a:off x="1768238" y="1712350"/>
          <a:ext cx="339791" cy="3974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1768238" y="1791848"/>
        <a:ext cx="237854" cy="238495"/>
      </dsp:txXfrm>
    </dsp:sp>
    <dsp:sp modelId="{7F971A1C-B75D-4701-869F-524822122088}">
      <dsp:nvSpPr>
        <dsp:cNvPr id="0" name=""/>
        <dsp:cNvSpPr/>
      </dsp:nvSpPr>
      <dsp:spPr>
        <a:xfrm>
          <a:off x="2249075" y="1430259"/>
          <a:ext cx="1602789" cy="9616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Mobile</a:t>
          </a:r>
        </a:p>
      </dsp:txBody>
      <dsp:txXfrm>
        <a:off x="2277241" y="1458425"/>
        <a:ext cx="1546457" cy="905341"/>
      </dsp:txXfrm>
    </dsp:sp>
    <dsp:sp modelId="{DD6AFF44-9BAB-47B5-8E84-7776C69615B9}">
      <dsp:nvSpPr>
        <dsp:cNvPr id="0" name=""/>
        <dsp:cNvSpPr/>
      </dsp:nvSpPr>
      <dsp:spPr>
        <a:xfrm>
          <a:off x="4012144" y="1712350"/>
          <a:ext cx="339791" cy="3974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4012144" y="1791848"/>
        <a:ext cx="237854" cy="238495"/>
      </dsp:txXfrm>
    </dsp:sp>
    <dsp:sp modelId="{34449507-F679-43D7-89DC-741D1CCB4833}">
      <dsp:nvSpPr>
        <dsp:cNvPr id="0" name=""/>
        <dsp:cNvSpPr/>
      </dsp:nvSpPr>
      <dsp:spPr>
        <a:xfrm>
          <a:off x="4492981" y="1430259"/>
          <a:ext cx="1602789" cy="9616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Online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Services</a:t>
          </a:r>
        </a:p>
      </dsp:txBody>
      <dsp:txXfrm>
        <a:off x="4521147" y="1458425"/>
        <a:ext cx="1546457" cy="905341"/>
      </dsp:txXfrm>
    </dsp:sp>
    <dsp:sp modelId="{5C1388BB-DB56-4776-B4EC-2E5D9AD604FF}">
      <dsp:nvSpPr>
        <dsp:cNvPr id="0" name=""/>
        <dsp:cNvSpPr/>
      </dsp:nvSpPr>
      <dsp:spPr>
        <a:xfrm>
          <a:off x="6256049" y="1712350"/>
          <a:ext cx="339791" cy="3974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6256049" y="1791848"/>
        <a:ext cx="237854" cy="238495"/>
      </dsp:txXfrm>
    </dsp:sp>
    <dsp:sp modelId="{8FC5D327-444B-49D9-820A-59967F6CE9F5}">
      <dsp:nvSpPr>
        <dsp:cNvPr id="0" name=""/>
        <dsp:cNvSpPr/>
      </dsp:nvSpPr>
      <dsp:spPr>
        <a:xfrm>
          <a:off x="6736886" y="1430259"/>
          <a:ext cx="1602789" cy="9616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Digital Payment</a:t>
          </a:r>
          <a:endParaRPr lang="en-IN" sz="2200" kern="1200" dirty="0"/>
        </a:p>
      </dsp:txBody>
      <dsp:txXfrm>
        <a:off x="6765052" y="1458425"/>
        <a:ext cx="1546457" cy="905341"/>
      </dsp:txXfrm>
    </dsp:sp>
    <dsp:sp modelId="{8C4C015F-C32F-414B-BB9D-9EA03BC3A5CF}">
      <dsp:nvSpPr>
        <dsp:cNvPr id="0" name=""/>
        <dsp:cNvSpPr/>
      </dsp:nvSpPr>
      <dsp:spPr>
        <a:xfrm>
          <a:off x="8499955" y="1712350"/>
          <a:ext cx="339791" cy="39749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8499955" y="1791848"/>
        <a:ext cx="237854" cy="238495"/>
      </dsp:txXfrm>
    </dsp:sp>
    <dsp:sp modelId="{00FA5BC8-7479-4583-96CB-9C3ECF12AB9A}">
      <dsp:nvSpPr>
        <dsp:cNvPr id="0" name=""/>
        <dsp:cNvSpPr/>
      </dsp:nvSpPr>
      <dsp:spPr>
        <a:xfrm>
          <a:off x="8980792" y="1430259"/>
          <a:ext cx="1602789" cy="9616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Digital Certificate</a:t>
          </a:r>
          <a:endParaRPr lang="en-IN" sz="2200" kern="1200" dirty="0"/>
        </a:p>
      </dsp:txBody>
      <dsp:txXfrm>
        <a:off x="9008958" y="1458425"/>
        <a:ext cx="1546457" cy="9053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959A6-7CD4-4920-93B5-A3110EFD1820}">
      <dsp:nvSpPr>
        <dsp:cNvPr id="0" name=""/>
        <dsp:cNvSpPr/>
      </dsp:nvSpPr>
      <dsp:spPr>
        <a:xfrm>
          <a:off x="0" y="2037140"/>
          <a:ext cx="10956231" cy="41154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0EB15F-77AE-46AD-A3EC-AF4735BBAD35}">
      <dsp:nvSpPr>
        <dsp:cNvPr id="0" name=""/>
        <dsp:cNvSpPr/>
      </dsp:nvSpPr>
      <dsp:spPr>
        <a:xfrm>
          <a:off x="10753305" y="1893100"/>
          <a:ext cx="246926" cy="329234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EC4E1F-AA2D-4F79-B9D5-764D62C7A91A}">
      <dsp:nvSpPr>
        <dsp:cNvPr id="0" name=""/>
        <dsp:cNvSpPr/>
      </dsp:nvSpPr>
      <dsp:spPr>
        <a:xfrm>
          <a:off x="532146" y="1034692"/>
          <a:ext cx="3040425" cy="907269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bg1"/>
              </a:solidFill>
              <a:latin typeface="Book Antiqua" panose="02040602050305030304" pitchFamily="18" charset="0"/>
            </a:rPr>
            <a:t>Digital Services</a:t>
          </a:r>
        </a:p>
      </dsp:txBody>
      <dsp:txXfrm>
        <a:off x="532146" y="1034692"/>
        <a:ext cx="3040425" cy="907269"/>
      </dsp:txXfrm>
    </dsp:sp>
    <dsp:sp modelId="{A643394D-6063-4880-A402-F5BD1CD41889}">
      <dsp:nvSpPr>
        <dsp:cNvPr id="0" name=""/>
        <dsp:cNvSpPr/>
      </dsp:nvSpPr>
      <dsp:spPr>
        <a:xfrm>
          <a:off x="532146" y="565415"/>
          <a:ext cx="3040425" cy="469277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kern="1200" dirty="0">
              <a:solidFill>
                <a:schemeClr val="bg1"/>
              </a:solidFill>
              <a:latin typeface="Book Antiqua" panose="02040602050305030304" pitchFamily="18" charset="0"/>
            </a:rPr>
            <a:t>Today</a:t>
          </a:r>
        </a:p>
      </dsp:txBody>
      <dsp:txXfrm>
        <a:off x="532146" y="565415"/>
        <a:ext cx="3040425" cy="469277"/>
      </dsp:txXfrm>
    </dsp:sp>
    <dsp:sp modelId="{3F06303E-A4D4-4201-AFF9-CD7EA9B2D529}">
      <dsp:nvSpPr>
        <dsp:cNvPr id="0" name=""/>
        <dsp:cNvSpPr/>
      </dsp:nvSpPr>
      <dsp:spPr>
        <a:xfrm>
          <a:off x="252297" y="534130"/>
          <a:ext cx="32923" cy="1532973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F58B30-587F-420C-BA3D-5D265A259124}">
      <dsp:nvSpPr>
        <dsp:cNvPr id="0" name=""/>
        <dsp:cNvSpPr/>
      </dsp:nvSpPr>
      <dsp:spPr>
        <a:xfrm>
          <a:off x="2363728" y="2834275"/>
          <a:ext cx="3040425" cy="754095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bg1"/>
              </a:solidFill>
              <a:latin typeface="Book Antiqua" panose="02040602050305030304" pitchFamily="18" charset="0"/>
            </a:rPr>
            <a:t>Technology-enabled services</a:t>
          </a:r>
        </a:p>
      </dsp:txBody>
      <dsp:txXfrm>
        <a:off x="2363728" y="2834275"/>
        <a:ext cx="3040425" cy="754095"/>
      </dsp:txXfrm>
    </dsp:sp>
    <dsp:sp modelId="{76C20B5F-0B6B-4A4C-B1FA-A2AB87A82B33}">
      <dsp:nvSpPr>
        <dsp:cNvPr id="0" name=""/>
        <dsp:cNvSpPr/>
      </dsp:nvSpPr>
      <dsp:spPr>
        <a:xfrm>
          <a:off x="2363728" y="2336893"/>
          <a:ext cx="3040425" cy="497382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kern="1200" dirty="0">
              <a:solidFill>
                <a:schemeClr val="bg1"/>
              </a:solidFill>
              <a:latin typeface="Book Antiqua" panose="02040602050305030304" pitchFamily="18" charset="0"/>
            </a:rPr>
            <a:t>Digital Healthcare &amp; Education</a:t>
          </a:r>
        </a:p>
      </dsp:txBody>
      <dsp:txXfrm>
        <a:off x="2363728" y="2336893"/>
        <a:ext cx="3040425" cy="497382"/>
      </dsp:txXfrm>
    </dsp:sp>
    <dsp:sp modelId="{FC5F8F1A-16EC-4A4C-A8ED-2588C66F7628}">
      <dsp:nvSpPr>
        <dsp:cNvPr id="0" name=""/>
        <dsp:cNvSpPr/>
      </dsp:nvSpPr>
      <dsp:spPr>
        <a:xfrm>
          <a:off x="2083878" y="2048090"/>
          <a:ext cx="32923" cy="1572368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B3A7A-7022-4D7A-B072-A01B29F1BD4F}">
      <dsp:nvSpPr>
        <dsp:cNvPr id="0" name=""/>
        <dsp:cNvSpPr/>
      </dsp:nvSpPr>
      <dsp:spPr>
        <a:xfrm>
          <a:off x="183157" y="452788"/>
          <a:ext cx="171202" cy="1626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A458A1-E5E3-4B06-8CF5-7D63709E416B}">
      <dsp:nvSpPr>
        <dsp:cNvPr id="0" name=""/>
        <dsp:cNvSpPr/>
      </dsp:nvSpPr>
      <dsp:spPr>
        <a:xfrm>
          <a:off x="2014739" y="3537027"/>
          <a:ext cx="171202" cy="1668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2B3BA3-2A72-43F3-9927-28E12DD8A581}">
      <dsp:nvSpPr>
        <dsp:cNvPr id="0" name=""/>
        <dsp:cNvSpPr/>
      </dsp:nvSpPr>
      <dsp:spPr>
        <a:xfrm>
          <a:off x="4195310" y="1034692"/>
          <a:ext cx="3040425" cy="907269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bg1"/>
              </a:solidFill>
              <a:latin typeface="Book Antiqua" panose="02040602050305030304" pitchFamily="18" charset="0"/>
            </a:rPr>
            <a:t>Faster Communication</a:t>
          </a:r>
        </a:p>
      </dsp:txBody>
      <dsp:txXfrm>
        <a:off x="4195310" y="1034692"/>
        <a:ext cx="3040425" cy="907269"/>
      </dsp:txXfrm>
    </dsp:sp>
    <dsp:sp modelId="{C7E5A4BE-71BB-4219-84E5-BD75062595AF}">
      <dsp:nvSpPr>
        <dsp:cNvPr id="0" name=""/>
        <dsp:cNvSpPr/>
      </dsp:nvSpPr>
      <dsp:spPr>
        <a:xfrm>
          <a:off x="4195310" y="565415"/>
          <a:ext cx="3040425" cy="469277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kern="1200" dirty="0">
              <a:solidFill>
                <a:schemeClr val="bg1"/>
              </a:solidFill>
              <a:latin typeface="Book Antiqua" panose="02040602050305030304" pitchFamily="18" charset="0"/>
            </a:rPr>
            <a:t>5G Connectivity</a:t>
          </a:r>
        </a:p>
      </dsp:txBody>
      <dsp:txXfrm>
        <a:off x="4195310" y="565415"/>
        <a:ext cx="3040425" cy="469277"/>
      </dsp:txXfrm>
    </dsp:sp>
    <dsp:sp modelId="{AEBFE97A-93D5-4B76-98F1-651CC19FBC42}">
      <dsp:nvSpPr>
        <dsp:cNvPr id="0" name=""/>
        <dsp:cNvSpPr/>
      </dsp:nvSpPr>
      <dsp:spPr>
        <a:xfrm>
          <a:off x="3915460" y="534130"/>
          <a:ext cx="32923" cy="1532973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2A2B6-EEBD-4DD1-A5B0-020B1FA1D03A}">
      <dsp:nvSpPr>
        <dsp:cNvPr id="0" name=""/>
        <dsp:cNvSpPr/>
      </dsp:nvSpPr>
      <dsp:spPr>
        <a:xfrm>
          <a:off x="6026891" y="2834275"/>
          <a:ext cx="3040425" cy="754095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bg1"/>
              </a:solidFill>
              <a:latin typeface="Book Antiqua" panose="02040602050305030304" pitchFamily="18" charset="0"/>
            </a:rPr>
            <a:t>Safer digital future</a:t>
          </a:r>
        </a:p>
      </dsp:txBody>
      <dsp:txXfrm>
        <a:off x="6026891" y="2834275"/>
        <a:ext cx="3040425" cy="754095"/>
      </dsp:txXfrm>
    </dsp:sp>
    <dsp:sp modelId="{7C74D427-5E81-4198-980C-961BFF3AB132}">
      <dsp:nvSpPr>
        <dsp:cNvPr id="0" name=""/>
        <dsp:cNvSpPr/>
      </dsp:nvSpPr>
      <dsp:spPr>
        <a:xfrm>
          <a:off x="6026891" y="2336893"/>
          <a:ext cx="3040425" cy="497382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kern="1200" dirty="0">
              <a:solidFill>
                <a:schemeClr val="bg1"/>
              </a:solidFill>
              <a:latin typeface="Book Antiqua" panose="02040602050305030304" pitchFamily="18" charset="0"/>
            </a:rPr>
            <a:t>Secure Digital India</a:t>
          </a:r>
        </a:p>
      </dsp:txBody>
      <dsp:txXfrm>
        <a:off x="6026891" y="2336893"/>
        <a:ext cx="3040425" cy="497382"/>
      </dsp:txXfrm>
    </dsp:sp>
    <dsp:sp modelId="{86548C85-104F-4525-A9C7-7F73C7ADD6D2}">
      <dsp:nvSpPr>
        <dsp:cNvPr id="0" name=""/>
        <dsp:cNvSpPr/>
      </dsp:nvSpPr>
      <dsp:spPr>
        <a:xfrm>
          <a:off x="5747042" y="2048090"/>
          <a:ext cx="32923" cy="1572368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3FE268-AB8D-4EE6-8A45-E66379A50289}">
      <dsp:nvSpPr>
        <dsp:cNvPr id="0" name=""/>
        <dsp:cNvSpPr/>
      </dsp:nvSpPr>
      <dsp:spPr>
        <a:xfrm>
          <a:off x="3846321" y="452788"/>
          <a:ext cx="171202" cy="1626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53FDBF-5C32-42AC-9933-A33403F16F3C}">
      <dsp:nvSpPr>
        <dsp:cNvPr id="0" name=""/>
        <dsp:cNvSpPr/>
      </dsp:nvSpPr>
      <dsp:spPr>
        <a:xfrm>
          <a:off x="5677902" y="3537027"/>
          <a:ext cx="171202" cy="1668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11035F-882E-4BAB-AFAD-FF35FF48A0A1}">
      <dsp:nvSpPr>
        <dsp:cNvPr id="0" name=""/>
        <dsp:cNvSpPr/>
      </dsp:nvSpPr>
      <dsp:spPr>
        <a:xfrm>
          <a:off x="7858473" y="1034692"/>
          <a:ext cx="3040425" cy="907269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bg1"/>
              </a:solidFill>
              <a:latin typeface="Book Antiqua" panose="02040602050305030304" pitchFamily="18" charset="0"/>
            </a:rPr>
            <a:t>Connected urban services</a:t>
          </a:r>
        </a:p>
      </dsp:txBody>
      <dsp:txXfrm>
        <a:off x="7858473" y="1034692"/>
        <a:ext cx="3040425" cy="907269"/>
      </dsp:txXfrm>
    </dsp:sp>
    <dsp:sp modelId="{ACD2011E-222F-44F9-97AB-E8332BEF422D}">
      <dsp:nvSpPr>
        <dsp:cNvPr id="0" name=""/>
        <dsp:cNvSpPr/>
      </dsp:nvSpPr>
      <dsp:spPr>
        <a:xfrm>
          <a:off x="7858473" y="565415"/>
          <a:ext cx="3040425" cy="469277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kern="1200" dirty="0">
              <a:solidFill>
                <a:schemeClr val="bg1"/>
              </a:solidFill>
              <a:latin typeface="Book Antiqua" panose="02040602050305030304" pitchFamily="18" charset="0"/>
            </a:rPr>
            <a:t>Smart Cities</a:t>
          </a:r>
        </a:p>
      </dsp:txBody>
      <dsp:txXfrm>
        <a:off x="7858473" y="565415"/>
        <a:ext cx="3040425" cy="469277"/>
      </dsp:txXfrm>
    </dsp:sp>
    <dsp:sp modelId="{B6934D79-8020-4E8D-AD56-F025074D97EC}">
      <dsp:nvSpPr>
        <dsp:cNvPr id="0" name=""/>
        <dsp:cNvSpPr/>
      </dsp:nvSpPr>
      <dsp:spPr>
        <a:xfrm>
          <a:off x="7578623" y="534130"/>
          <a:ext cx="32923" cy="1532973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7B4C27-3C18-4946-B3A9-234C14EB6295}">
      <dsp:nvSpPr>
        <dsp:cNvPr id="0" name=""/>
        <dsp:cNvSpPr/>
      </dsp:nvSpPr>
      <dsp:spPr>
        <a:xfrm>
          <a:off x="7509484" y="452788"/>
          <a:ext cx="171202" cy="1626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63BB8E-E562-AF6A-960C-9409A72F41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NSTI(W) Allahabad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90CA3A-8FE3-6A79-123B-0DAEDABC59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DACAE-31CC-45FC-9DB2-6C11E1B20353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42D84-6689-B353-8DA2-B838917F9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27686-FC9B-76B4-DAD8-951E47DB57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438EE-37DF-4540-B8F1-78D7F453B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05183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NSTI(W) Allahabad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3A211-15E6-42A7-A19B-2AF5504C68D9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CF182-DD87-4C3C-AF7F-1462B3B2A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570216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6E7B-8E1C-8AAD-25ED-155628DDB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7802E-2CB5-E286-4258-D35C0EE81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F984C-9AC4-268C-959D-2071C5995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12F46-599D-4699-A96A-B8DAB30FA4FF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7DEBD-3A37-2819-77A9-CA45FF89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901A0-AD5A-F9E6-BAC7-67029B88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4455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F8AC6-B416-C4F6-6DB9-B6C5AF59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9E616-CADA-5CD5-820B-A650F3B9C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D1673-843E-158C-EF52-B0BDA77F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2B6C-15A2-4865-A5AB-04E006767E1C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42C5E-97FF-5700-4F45-BAB9162D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111BC-9E63-0C0C-1B06-5743BBCB0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9316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70DB-434C-8B4A-404E-7981457B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8BA36-C4DA-2125-E7D9-98AB3B84B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DFCAE-7063-AD5C-2E48-D20E239C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88B21-4757-4817-A14A-E00FCB378814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073DC-325A-78F6-DDA1-7EFD68361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370B3-B5B5-8740-B902-A8621830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1547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8DD4F-BE97-4C1F-CDAE-AF9ADCB5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5542C-9D47-92E6-4980-084DD2D59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9C441-CA55-9E98-3169-68C6884DE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967AA-B516-4DE3-9CCE-2F3A48E1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689E-7496-4A43-B870-557A67C54586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2800C-922B-167F-9997-2DC69CC83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347B2-9BA1-F370-B56C-F05B68BA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2327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A136-ABFC-5908-1302-E9C038FC3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B0B75-B799-971F-72A2-8856D4C49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7A6F4-4F12-EF37-6CED-489E922A1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EA617-0C94-5337-BB4A-2D1BC6DA4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1F635A-058B-D0C3-CF1D-882F7A288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48EEF-FCD2-A4DF-EE47-46277064C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71F7-42C8-4C5C-B046-3C122CF0BCE0}" type="datetime1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DFCA68-DCB8-6536-5470-8CF50CB1D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439A18-4E6B-349F-9D8E-A0BDD9868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5118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2A5D1-23C6-A288-1D93-EC00BF6D8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1B22D9-0ED4-B2DD-51BA-FF9F2C230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FE1-35FF-4B3D-9664-F3714A313F2C}" type="datetime1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0E6F4-46C8-F4EE-EADC-DF420B7C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0B35A-0626-BCBC-990C-E19E6F9F2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2262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7A1FD5-155B-1D6F-E65B-30DE8079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B5DD4-E4F7-4571-84A4-EF138A0B7CE8}" type="datetime1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C44E4-FA6F-95C3-ABF3-307A2A02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E3AA2-0AEA-2276-3945-7AABF39C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6253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AE4A-5DA4-CBF7-B3A5-019CCBF73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EA1CF-5FA6-9B65-F40F-B48768C62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4ECA5-88A1-820A-EDBB-73B173272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7713C-AD0B-6830-E38F-5A3135947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EC93-8E0E-4992-A14B-EB90291C2A93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46D71-F6E2-43F6-1284-D18D7C014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A5A08-9E8B-958B-ED01-15F21667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6152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EC2B-2A54-7E48-5B76-F72660471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6C68F6-F665-DD26-BB5A-E8D22CE610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E339A-A2A0-816C-844A-10D5E83B9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00E52-8C3E-1B09-8D25-D8310BEE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C9511-994D-457B-9C48-A59946C2B43E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6E8AE-3B9D-257D-A336-5EB38A5B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80CF0-22E8-5B02-5A28-0BFA238A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8353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7417-249D-AB21-1E85-35D593DB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63014-F29E-E3D0-A433-5FFB6F38C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6CA00-2FD4-A504-F302-A6C87E11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8FF5-109F-497C-9805-9D2DD3498FD5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A2430-BD86-1682-6B8A-90B25B814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C95CB-7872-BB04-05E6-D2DE0B09C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9703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5A8729-375D-9D4E-3D22-48E62F5D9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1DF09-CEC4-B02D-36FD-B82342D0A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2DE39-A03C-29A5-8DE7-E9B70769F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0105-F196-44C4-A0C7-78FAABEA1155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654F9-71DE-50DA-6274-5F77F96E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7471C-41F9-7AB3-7AE2-212778E72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741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3FD035-F58A-AAA5-AAE6-A3080FAC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EB19E-F5BC-58E3-6463-1A3CAC69C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8D291-D425-F722-827A-A126338C0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D6E7E-1D04-4FE2-A50D-BC2957C04554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25AF9-1802-A2EA-1554-22ED57E6C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6 New Katra Prayagraj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FEEAF-F7BF-E0A2-3A95-5696E40F1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6297C-2091-4FDF-97B7-757DF2CF5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12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eepngimg.com/png/17403-technology-picture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s://freepngimg.com/png/32329-technology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0.sv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9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6.sv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5.sv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4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9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089A24-07FB-1018-B155-4A996E8DC95F}"/>
              </a:ext>
            </a:extLst>
          </p:cNvPr>
          <p:cNvSpPr txBox="1"/>
          <p:nvPr/>
        </p:nvSpPr>
        <p:spPr>
          <a:xfrm>
            <a:off x="2189018" y="1394691"/>
            <a:ext cx="382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2B1FA-5C5B-7CB7-7EB0-2BC8AE026821}"/>
              </a:ext>
            </a:extLst>
          </p:cNvPr>
          <p:cNvSpPr txBox="1"/>
          <p:nvPr/>
        </p:nvSpPr>
        <p:spPr>
          <a:xfrm>
            <a:off x="2687782" y="60282"/>
            <a:ext cx="63915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u="sng" dirty="0">
                <a:solidFill>
                  <a:schemeClr val="bg1"/>
                </a:solidFill>
                <a:latin typeface="Book Antiqua" panose="02040602050305030304" pitchFamily="18" charset="0"/>
              </a:rPr>
              <a:t>DIGITAL INDIA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95299B-F4E5-079B-DCCF-02A9A072C629}"/>
              </a:ext>
            </a:extLst>
          </p:cNvPr>
          <p:cNvSpPr txBox="1"/>
          <p:nvPr/>
        </p:nvSpPr>
        <p:spPr>
          <a:xfrm>
            <a:off x="3856181" y="1075945"/>
            <a:ext cx="4313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Book Antiqua" panose="02040602050305030304" pitchFamily="18" charset="0"/>
              </a:rPr>
              <a:t>Technology for a better future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3DCB14-5429-D404-5C44-2C27F3508F9F}"/>
              </a:ext>
            </a:extLst>
          </p:cNvPr>
          <p:cNvSpPr txBox="1"/>
          <p:nvPr/>
        </p:nvSpPr>
        <p:spPr>
          <a:xfrm>
            <a:off x="5015345" y="5093978"/>
            <a:ext cx="30018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>
                <a:solidFill>
                  <a:schemeClr val="bg1"/>
                </a:solidFill>
                <a:latin typeface="Book Antiqua" panose="02040602050305030304" pitchFamily="18" charset="0"/>
              </a:rPr>
              <a:t>Presented By: </a:t>
            </a:r>
          </a:p>
          <a:p>
            <a:r>
              <a:rPr lang="en-IN" sz="2000" b="1" i="1" dirty="0">
                <a:solidFill>
                  <a:schemeClr val="bg1"/>
                </a:solidFill>
                <a:latin typeface="Book Antiqua" panose="02040602050305030304" pitchFamily="18" charset="0"/>
              </a:rPr>
              <a:t>Name: Deepa</a:t>
            </a:r>
          </a:p>
          <a:p>
            <a:r>
              <a:rPr lang="en-IN" sz="2000" b="1" i="1" dirty="0">
                <a:solidFill>
                  <a:schemeClr val="bg1"/>
                </a:solidFill>
                <a:latin typeface="Book Antiqua" panose="02040602050305030304" pitchFamily="18" charset="0"/>
              </a:rPr>
              <a:t>Trade: AIPA</a:t>
            </a:r>
          </a:p>
          <a:p>
            <a:r>
              <a:rPr lang="en-IN" sz="2000" b="1" i="1" dirty="0">
                <a:solidFill>
                  <a:schemeClr val="bg1"/>
                </a:solidFill>
                <a:latin typeface="Book Antiqua" panose="02040602050305030304" pitchFamily="18" charset="0"/>
              </a:rPr>
              <a:t>NSTI(W) Allahabad</a:t>
            </a:r>
          </a:p>
        </p:txBody>
      </p:sp>
      <p:pic>
        <p:nvPicPr>
          <p:cNvPr id="6" name="WhatsApp Audio 2026-09-16 at 2.50.28 PM">
            <a:hlinkClick r:id="" action="ppaction://media"/>
            <a:extLst>
              <a:ext uri="{FF2B5EF4-FFF2-40B4-BE49-F238E27FC236}">
                <a16:creationId xmlns:a16="http://schemas.microsoft.com/office/drawing/2014/main" id="{A68182D9-4527-E2DB-23CD-FDE169CE6E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8496" y="6112617"/>
            <a:ext cx="609600" cy="6096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4B9085-85EA-0A50-585B-ED842A772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1A72-E568-44FF-BBEB-4AB6657058D1}" type="datetime1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3DEB22-C276-1987-CC12-D9ED60366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6 New Katra Prayagraj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00FAC-C308-0738-1910-D1BD813EB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9681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1000">
        <p15:prstTrans prst="curtains"/>
      </p:transition>
    </mc:Choice>
    <mc:Fallback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7D26DB-8535-40D4-37B1-9DC622A6D2EE}"/>
              </a:ext>
            </a:extLst>
          </p:cNvPr>
          <p:cNvSpPr txBox="1"/>
          <p:nvPr/>
        </p:nvSpPr>
        <p:spPr>
          <a:xfrm>
            <a:off x="239098" y="508215"/>
            <a:ext cx="5717309" cy="646331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10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IN" sz="3600" b="1" dirty="0">
                <a:solidFill>
                  <a:schemeClr val="bg1"/>
                </a:solidFill>
                <a:latin typeface="Book Antiqua" panose="02040602050305030304" pitchFamily="18" charset="0"/>
              </a:rPr>
              <a:t>What is Digital India?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D6FC6-E9FE-52EE-5C0A-88A4121A7788}"/>
              </a:ext>
            </a:extLst>
          </p:cNvPr>
          <p:cNvSpPr txBox="1"/>
          <p:nvPr/>
        </p:nvSpPr>
        <p:spPr>
          <a:xfrm>
            <a:off x="418398" y="1498957"/>
            <a:ext cx="4470400" cy="3170099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Digital India is a government program launched on 1 July 2015.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Its main aim is to make India a digitally empowered society.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It promotes the use of the Internet and digital technology in daily life.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It provides online government services to citizens.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It encourages cashless and digital payments like UPI.</a:t>
            </a:r>
            <a:endParaRPr lang="en-IN" sz="20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DCDFFD-51C8-3006-0B11-36FAC837A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640944" y="1047719"/>
            <a:ext cx="3149601" cy="23812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90DA9D-34DA-C4CB-DE0B-C031ED36AB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863187" y="3257519"/>
            <a:ext cx="3467068" cy="3180768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56E7A3D-B472-F153-ADD7-209717C1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E93E-78A7-4A7C-A396-CEC6B7D1FDB7}" type="datetime1">
              <a:rPr lang="en-IN" smtClean="0"/>
              <a:t>16-09-2026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2D641CD-DAB8-0CD6-B548-D226EFCE6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C4A6F53-6E67-DB32-533A-0613A38DD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5624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F55569-586F-C30D-0E40-15FA4B5E293C}"/>
              </a:ext>
            </a:extLst>
          </p:cNvPr>
          <p:cNvSpPr txBox="1"/>
          <p:nvPr/>
        </p:nvSpPr>
        <p:spPr>
          <a:xfrm>
            <a:off x="184727" y="2498074"/>
            <a:ext cx="5587999" cy="1323439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11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4000" dirty="0">
                <a:solidFill>
                  <a:schemeClr val="bg1"/>
                </a:solidFill>
                <a:latin typeface="Book Antiqua" panose="02040602050305030304" pitchFamily="18" charset="0"/>
              </a:rPr>
              <a:t>Major area of </a:t>
            </a:r>
          </a:p>
          <a:p>
            <a:r>
              <a:rPr lang="en-IN" sz="4000" dirty="0">
                <a:solidFill>
                  <a:schemeClr val="bg1"/>
                </a:solidFill>
                <a:latin typeface="Book Antiqua" panose="02040602050305030304" pitchFamily="18" charset="0"/>
              </a:rPr>
              <a:t>     Digital India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5271C87-BB0B-24DF-7699-D866D05F37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8614021"/>
              </p:ext>
            </p:extLst>
          </p:nvPr>
        </p:nvGraphicFramePr>
        <p:xfrm>
          <a:off x="5504873" y="858982"/>
          <a:ext cx="6114472" cy="496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Graphic 4" descr="Dollar with solid fill">
            <a:extLst>
              <a:ext uri="{FF2B5EF4-FFF2-40B4-BE49-F238E27FC236}">
                <a16:creationId xmlns:a16="http://schemas.microsoft.com/office/drawing/2014/main" id="{BEAEAD56-0870-C7C1-4912-3C86923131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4873" y="1045220"/>
            <a:ext cx="769504" cy="769504"/>
          </a:xfrm>
          <a:prstGeom prst="rect">
            <a:avLst/>
          </a:prstGeom>
        </p:spPr>
      </p:pic>
      <p:pic>
        <p:nvPicPr>
          <p:cNvPr id="7" name="Graphic 6" descr="Bank with solid fill">
            <a:extLst>
              <a:ext uri="{FF2B5EF4-FFF2-40B4-BE49-F238E27FC236}">
                <a16:creationId xmlns:a16="http://schemas.microsoft.com/office/drawing/2014/main" id="{387002DA-39E7-9FAE-F67F-9165CA4F8C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29168" y="1863256"/>
            <a:ext cx="690417" cy="690417"/>
          </a:xfrm>
          <a:prstGeom prst="rect">
            <a:avLst/>
          </a:prstGeom>
        </p:spPr>
      </p:pic>
      <p:pic>
        <p:nvPicPr>
          <p:cNvPr id="9" name="Graphic 8" descr="Books with solid fill">
            <a:extLst>
              <a:ext uri="{FF2B5EF4-FFF2-40B4-BE49-F238E27FC236}">
                <a16:creationId xmlns:a16="http://schemas.microsoft.com/office/drawing/2014/main" id="{B56ED399-7E93-E4FC-441B-0FAC4C033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60657" y="2664251"/>
            <a:ext cx="690417" cy="690417"/>
          </a:xfrm>
          <a:prstGeom prst="rect">
            <a:avLst/>
          </a:prstGeom>
        </p:spPr>
      </p:pic>
      <p:pic>
        <p:nvPicPr>
          <p:cNvPr id="11" name="Graphic 10" descr="Heart with pulse with solid fill">
            <a:extLst>
              <a:ext uri="{FF2B5EF4-FFF2-40B4-BE49-F238E27FC236}">
                <a16:creationId xmlns:a16="http://schemas.microsoft.com/office/drawing/2014/main" id="{086E6785-7211-E3B3-8579-B4C1B62E3E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29168" y="3382377"/>
            <a:ext cx="905318" cy="905318"/>
          </a:xfrm>
          <a:prstGeom prst="rect">
            <a:avLst/>
          </a:prstGeom>
        </p:spPr>
      </p:pic>
      <p:pic>
        <p:nvPicPr>
          <p:cNvPr id="13" name="Graphic 12" descr="City with solid fill">
            <a:extLst>
              <a:ext uri="{FF2B5EF4-FFF2-40B4-BE49-F238E27FC236}">
                <a16:creationId xmlns:a16="http://schemas.microsoft.com/office/drawing/2014/main" id="{8EE29012-A789-83BB-38D8-AFE1AB4FA5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15856" y="5081486"/>
            <a:ext cx="672508" cy="746817"/>
          </a:xfrm>
          <a:prstGeom prst="rect">
            <a:avLst/>
          </a:prstGeom>
        </p:spPr>
      </p:pic>
      <p:pic>
        <p:nvPicPr>
          <p:cNvPr id="15" name="Graphic 14" descr="Piggy Bank with solid fill">
            <a:extLst>
              <a:ext uri="{FF2B5EF4-FFF2-40B4-BE49-F238E27FC236}">
                <a16:creationId xmlns:a16="http://schemas.microsoft.com/office/drawing/2014/main" id="{43102E8C-4072-82D5-0AA1-7688DF7E0B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89625" y="4287695"/>
            <a:ext cx="803140" cy="803140"/>
          </a:xfrm>
          <a:prstGeom prst="rect">
            <a:avLst/>
          </a:prstGeom>
        </p:spPr>
      </p:pic>
      <p:sp>
        <p:nvSpPr>
          <p:cNvPr id="16" name="Rectangle: Beveled 15">
            <a:extLst>
              <a:ext uri="{FF2B5EF4-FFF2-40B4-BE49-F238E27FC236}">
                <a16:creationId xmlns:a16="http://schemas.microsoft.com/office/drawing/2014/main" id="{FAC834F3-4667-3B72-4FCE-9AA9AF73F50F}"/>
              </a:ext>
            </a:extLst>
          </p:cNvPr>
          <p:cNvSpPr/>
          <p:nvPr/>
        </p:nvSpPr>
        <p:spPr>
          <a:xfrm>
            <a:off x="4599432" y="3429000"/>
            <a:ext cx="45719" cy="45719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A8E9B-077C-9AE6-0FB0-C0F15832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2EF9-8E38-4B70-A625-9AF41490DAC9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3028C-0E88-69D1-520B-68C62D5DE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08936B-8F13-1189-D05F-72F12383B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9213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2D1E62-DA3E-730A-4B4B-5CB9806BB058}"/>
              </a:ext>
            </a:extLst>
          </p:cNvPr>
          <p:cNvSpPr txBox="1"/>
          <p:nvPr/>
        </p:nvSpPr>
        <p:spPr>
          <a:xfrm>
            <a:off x="5047488" y="163359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24DA96-161A-0828-2082-76EF42962A58}"/>
              </a:ext>
            </a:extLst>
          </p:cNvPr>
          <p:cNvSpPr/>
          <p:nvPr/>
        </p:nvSpPr>
        <p:spPr>
          <a:xfrm>
            <a:off x="2304288" y="509278"/>
            <a:ext cx="7333488" cy="868680"/>
          </a:xfrm>
          <a:prstGeom prst="round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9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 algn="ctr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IN" sz="4000" dirty="0">
                <a:solidFill>
                  <a:schemeClr val="bg1"/>
                </a:solidFill>
                <a:latin typeface="Book Antiqua" panose="02040602050305030304" pitchFamily="18" charset="0"/>
              </a:rPr>
              <a:t>Digital Service We Use</a:t>
            </a:r>
          </a:p>
          <a:p>
            <a:pPr marL="285750" indent="-285750" algn="ctr">
              <a:lnSpc>
                <a:spcPct val="300000"/>
              </a:lnSpc>
              <a:buFont typeface="Wingdings" panose="05000000000000000000" pitchFamily="2" charset="2"/>
              <a:buChar char="Ø"/>
            </a:pPr>
            <a:endParaRPr lang="en-IN" dirty="0">
              <a:latin typeface="Book Antiqua" panose="0204060205030503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0211F38-082C-901D-AE9A-F60FB3D970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0861850"/>
              </p:ext>
            </p:extLst>
          </p:nvPr>
        </p:nvGraphicFramePr>
        <p:xfrm>
          <a:off x="1106424" y="2423160"/>
          <a:ext cx="10588752" cy="3822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Graphic 7" descr="Internet with solid fill">
            <a:extLst>
              <a:ext uri="{FF2B5EF4-FFF2-40B4-BE49-F238E27FC236}">
                <a16:creationId xmlns:a16="http://schemas.microsoft.com/office/drawing/2014/main" id="{36865789-A4BC-7467-ACDA-7685F8FA24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6424" y="2258568"/>
            <a:ext cx="1508760" cy="1508760"/>
          </a:xfrm>
          <a:prstGeom prst="rect">
            <a:avLst/>
          </a:prstGeom>
        </p:spPr>
      </p:pic>
      <p:pic>
        <p:nvPicPr>
          <p:cNvPr id="10" name="Graphic 9" descr="Smart Phone with solid fill">
            <a:extLst>
              <a:ext uri="{FF2B5EF4-FFF2-40B4-BE49-F238E27FC236}">
                <a16:creationId xmlns:a16="http://schemas.microsoft.com/office/drawing/2014/main" id="{386CB1C6-EDAF-B8FD-EAFF-3024B7A011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96640" y="2423160"/>
            <a:ext cx="1292352" cy="1292352"/>
          </a:xfrm>
          <a:prstGeom prst="rect">
            <a:avLst/>
          </a:prstGeom>
        </p:spPr>
      </p:pic>
      <p:pic>
        <p:nvPicPr>
          <p:cNvPr id="12" name="Graphic 11" descr="Money with solid fill">
            <a:extLst>
              <a:ext uri="{FF2B5EF4-FFF2-40B4-BE49-F238E27FC236}">
                <a16:creationId xmlns:a16="http://schemas.microsoft.com/office/drawing/2014/main" id="{8C14875D-78D0-0533-996E-7761000E94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44612" y="2346941"/>
            <a:ext cx="1400556" cy="1400556"/>
          </a:xfrm>
          <a:prstGeom prst="rect">
            <a:avLst/>
          </a:prstGeom>
        </p:spPr>
      </p:pic>
      <p:pic>
        <p:nvPicPr>
          <p:cNvPr id="14" name="Graphic 13" descr="Diploma roll with solid fill">
            <a:extLst>
              <a:ext uri="{FF2B5EF4-FFF2-40B4-BE49-F238E27FC236}">
                <a16:creationId xmlns:a16="http://schemas.microsoft.com/office/drawing/2014/main" id="{697E2E12-9ED9-972D-7A8B-05DDFB2EE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18420" y="2423160"/>
            <a:ext cx="1400556" cy="1422047"/>
          </a:xfrm>
          <a:prstGeom prst="rect">
            <a:avLst/>
          </a:prstGeom>
        </p:spPr>
      </p:pic>
      <p:pic>
        <p:nvPicPr>
          <p:cNvPr id="16" name="Graphic 15" descr="Call center with solid fill">
            <a:extLst>
              <a:ext uri="{FF2B5EF4-FFF2-40B4-BE49-F238E27FC236}">
                <a16:creationId xmlns:a16="http://schemas.microsoft.com/office/drawing/2014/main" id="{4824E3A2-1510-FF5A-DA7A-F493F311D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31764" y="2423160"/>
            <a:ext cx="1292352" cy="134416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198CF4-EC9A-4B4A-C7E7-6E3506E6B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80CD-6A3E-473E-844A-C262A7F7A967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460C6-AF6D-259B-A437-0516456B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48E73-AD66-58F7-CEAE-B4D479A5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2899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C69539-E165-1918-D9A0-54BCC9B04182}"/>
              </a:ext>
            </a:extLst>
          </p:cNvPr>
          <p:cNvSpPr txBox="1"/>
          <p:nvPr/>
        </p:nvSpPr>
        <p:spPr>
          <a:xfrm>
            <a:off x="2978728" y="541345"/>
            <a:ext cx="7084291" cy="707886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13000">
                <a:schemeClr val="dk1">
                  <a:lumMod val="100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dirty="0">
                <a:solidFill>
                  <a:schemeClr val="bg1"/>
                </a:solidFill>
                <a:latin typeface="Book Antiqua" panose="02040602050305030304" pitchFamily="18" charset="0"/>
              </a:rPr>
              <a:t>Digital Payment Methode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ACCE7B-4301-6632-81BE-B989C0DA3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420101"/>
              </p:ext>
            </p:extLst>
          </p:nvPr>
        </p:nvGraphicFramePr>
        <p:xfrm>
          <a:off x="2216727" y="1597119"/>
          <a:ext cx="8128000" cy="391301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4070916">
                  <a:extLst>
                    <a:ext uri="{9D8B030D-6E8A-4147-A177-3AD203B41FA5}">
                      <a16:colId xmlns:a16="http://schemas.microsoft.com/office/drawing/2014/main" val="2581391366"/>
                    </a:ext>
                  </a:extLst>
                </a:gridCol>
                <a:gridCol w="4057084">
                  <a:extLst>
                    <a:ext uri="{9D8B030D-6E8A-4147-A177-3AD203B41FA5}">
                      <a16:colId xmlns:a16="http://schemas.microsoft.com/office/drawing/2014/main" val="3304592511"/>
                    </a:ext>
                  </a:extLst>
                </a:gridCol>
              </a:tblGrid>
              <a:tr h="748916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Payment Methode</a:t>
                      </a:r>
                      <a:endParaRPr lang="en-IN" sz="18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Example</a:t>
                      </a:r>
                      <a:endParaRPr lang="en-IN" sz="18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322081"/>
                  </a:ext>
                </a:extLst>
              </a:tr>
              <a:tr h="63281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UPI</a:t>
                      </a:r>
                      <a:endParaRPr lang="en-IN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Mobile Payment</a:t>
                      </a:r>
                      <a:endParaRPr lang="en-IN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509043"/>
                  </a:ext>
                </a:extLst>
              </a:tr>
              <a:tr h="63281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Debit Card</a:t>
                      </a:r>
                      <a:endParaRPr lang="en-IN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Card payment</a:t>
                      </a:r>
                      <a:endParaRPr lang="en-IN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71923"/>
                  </a:ext>
                </a:extLst>
              </a:tr>
              <a:tr h="63281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Credit Card</a:t>
                      </a:r>
                      <a:endParaRPr lang="en-IN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Online Payment</a:t>
                      </a:r>
                      <a:endParaRPr lang="en-IN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680403"/>
                  </a:ext>
                </a:extLst>
              </a:tr>
              <a:tr h="63281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Not Banking</a:t>
                      </a:r>
                      <a:endParaRPr lang="en-IN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Bank Transfer</a:t>
                      </a:r>
                      <a:endParaRPr lang="en-IN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420914"/>
                  </a:ext>
                </a:extLst>
              </a:tr>
              <a:tr h="63281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QR Code</a:t>
                      </a:r>
                      <a:endParaRPr lang="en-IN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Scan &amp; Pay</a:t>
                      </a:r>
                      <a:endParaRPr lang="en-IN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939384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5B4329-A89D-FFEE-7567-F2DD8806F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836E-B816-4A88-8DC5-A279EC2258E9}" type="datetime1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06F53-6B74-1204-47A6-85B9DA04D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DB1A5-0EA2-04D0-C06E-8EBC18BA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6180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E470F-A52F-BED2-B078-016658056F73}"/>
              </a:ext>
            </a:extLst>
          </p:cNvPr>
          <p:cNvSpPr txBox="1"/>
          <p:nvPr/>
        </p:nvSpPr>
        <p:spPr>
          <a:xfrm>
            <a:off x="2807855" y="738908"/>
            <a:ext cx="7130472" cy="707886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10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dirty="0">
                <a:solidFill>
                  <a:schemeClr val="bg1"/>
                </a:solidFill>
                <a:latin typeface="Book Antiqua" panose="02040602050305030304" pitchFamily="18" charset="0"/>
              </a:rPr>
              <a:t>Growth of Digital Payment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F20C0D-07C1-C50D-DBE9-0A97806F5B96}"/>
              </a:ext>
            </a:extLst>
          </p:cNvPr>
          <p:cNvSpPr txBox="1"/>
          <p:nvPr/>
        </p:nvSpPr>
        <p:spPr>
          <a:xfrm>
            <a:off x="4673601" y="1542473"/>
            <a:ext cx="2512291" cy="4001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</a:rPr>
              <a:t>Transaction Index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0291786-5B7F-7CE2-E0B4-0BBB56D4C8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204932"/>
              </p:ext>
            </p:extLst>
          </p:nvPr>
        </p:nvGraphicFramePr>
        <p:xfrm>
          <a:off x="1669206" y="2038262"/>
          <a:ext cx="9002293" cy="4268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A57F6-DB51-C718-EC33-1D4EB882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D303-223D-4D09-876C-E42BC4EB06F9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E6084-F7EC-0C49-EF3E-715EC1689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1DFDB-042F-2685-DC3E-D18FEAAE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0636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B888E9-99F2-972D-2588-77C1B2A4869F}"/>
              </a:ext>
            </a:extLst>
          </p:cNvPr>
          <p:cNvSpPr txBox="1"/>
          <p:nvPr/>
        </p:nvSpPr>
        <p:spPr>
          <a:xfrm>
            <a:off x="1745673" y="655782"/>
            <a:ext cx="7915564" cy="707886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13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571500" indent="-571500" algn="r">
              <a:buFont typeface="Wingdings" panose="05000000000000000000" pitchFamily="2" charset="2"/>
              <a:buChar char="Ø"/>
            </a:pPr>
            <a:r>
              <a:rPr lang="en-IN" sz="4000" dirty="0">
                <a:solidFill>
                  <a:schemeClr val="bg1"/>
                </a:solidFill>
                <a:latin typeface="Book Antiqua" panose="02040602050305030304" pitchFamily="18" charset="0"/>
              </a:rPr>
              <a:t>Benefits Of Digital Technology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5B61DB-A857-44B1-5EBF-DE6E2781F57D}"/>
              </a:ext>
            </a:extLst>
          </p:cNvPr>
          <p:cNvSpPr txBox="1"/>
          <p:nvPr/>
        </p:nvSpPr>
        <p:spPr>
          <a:xfrm>
            <a:off x="852056" y="2269077"/>
            <a:ext cx="3205016" cy="2677656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Book Antiqua" panose="02040602050305030304" pitchFamily="18" charset="0"/>
              </a:rPr>
              <a:t>Saves 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Book Antiqua" panose="02040602050305030304" pitchFamily="18" charset="0"/>
              </a:rPr>
              <a:t>Easy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Book Antiqua" panose="02040602050305030304" pitchFamily="18" charset="0"/>
              </a:rPr>
              <a:t>Transparency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Book Antiqua" panose="02040602050305030304" pitchFamily="18" charset="0"/>
              </a:rPr>
              <a:t>Convenience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Book Antiqua" panose="02040602050305030304" pitchFamily="18" charset="0"/>
              </a:rPr>
              <a:t>Wider Connectivity</a:t>
            </a:r>
          </a:p>
        </p:txBody>
      </p:sp>
      <p:pic>
        <p:nvPicPr>
          <p:cNvPr id="7" name="Graphic 6" descr="Arrow: Slight curve with solid fill">
            <a:extLst>
              <a:ext uri="{FF2B5EF4-FFF2-40B4-BE49-F238E27FC236}">
                <a16:creationId xmlns:a16="http://schemas.microsoft.com/office/drawing/2014/main" id="{213F2214-4B10-C44A-584F-20CF0CA0E0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072" y="2934854"/>
            <a:ext cx="2535383" cy="16312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67D857-427C-39C8-5EE3-1ED8020C68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322" y="2074154"/>
            <a:ext cx="4426815" cy="3486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6798C-1997-8FA5-659F-3797D94B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0F7A-5725-4DAA-BA23-F87EF68AD0AA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1DCB9-8B69-2EC0-8D99-FA8114D2F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6951A-3072-D858-AC4B-37D08897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6169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B024B4-E0FF-6C19-2476-62F8CCCC8EE1}"/>
              </a:ext>
            </a:extLst>
          </p:cNvPr>
          <p:cNvSpPr txBox="1"/>
          <p:nvPr/>
        </p:nvSpPr>
        <p:spPr>
          <a:xfrm>
            <a:off x="2142006" y="353568"/>
            <a:ext cx="8220456" cy="1323439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10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dirty="0">
                <a:solidFill>
                  <a:schemeClr val="bg1"/>
                </a:solidFill>
                <a:latin typeface="Book Antiqua" panose="02040602050305030304" pitchFamily="18" charset="0"/>
              </a:rPr>
              <a:t>Create a visually attractive diagram showing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2CE9B-3193-C8CF-CAC1-D373487B699C}"/>
              </a:ext>
            </a:extLst>
          </p:cNvPr>
          <p:cNvSpPr txBox="1"/>
          <p:nvPr/>
        </p:nvSpPr>
        <p:spPr>
          <a:xfrm>
            <a:off x="475489" y="2561119"/>
            <a:ext cx="4361688" cy="2246769"/>
          </a:xfrm>
          <a:prstGeom prst="rect">
            <a:avLst/>
          </a:prstGeom>
          <a:gradFill flip="none" rotWithShape="1">
            <a:gsLst>
              <a:gs pos="13000">
                <a:srgbClr val="040404"/>
              </a:gs>
              <a:gs pos="5000">
                <a:srgbClr val="040404"/>
              </a:gs>
              <a:gs pos="0">
                <a:schemeClr val="dk1">
                  <a:lumMod val="67000"/>
                </a:schemeClr>
              </a:gs>
              <a:gs pos="16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Book Antiqua" panose="02040602050305030304" pitchFamily="18" charset="0"/>
              </a:rPr>
              <a:t>🔐 Cybersecurity</a:t>
            </a:r>
          </a:p>
          <a:p>
            <a:r>
              <a:rPr lang="en-IN" sz="2800" dirty="0">
                <a:solidFill>
                  <a:schemeClr val="bg1"/>
                </a:solidFill>
                <a:latin typeface="Book Antiqua" panose="02040602050305030304" pitchFamily="18" charset="0"/>
              </a:rPr>
              <a:t>🔒 Data Privacy</a:t>
            </a:r>
          </a:p>
          <a:p>
            <a:r>
              <a:rPr lang="en-IN" sz="2800" dirty="0">
                <a:solidFill>
                  <a:schemeClr val="bg1"/>
                </a:solidFill>
                <a:latin typeface="Book Antiqua" panose="02040602050305030304" pitchFamily="18" charset="0"/>
              </a:rPr>
              <a:t>🌐 Digital Divide</a:t>
            </a:r>
          </a:p>
          <a:p>
            <a:r>
              <a:rPr lang="en-IN" sz="2800" dirty="0">
                <a:solidFill>
                  <a:schemeClr val="bg1"/>
                </a:solidFill>
                <a:latin typeface="Book Antiqua" panose="02040602050305030304" pitchFamily="18" charset="0"/>
              </a:rPr>
              <a:t>📱 Digital Literacy</a:t>
            </a:r>
          </a:p>
          <a:p>
            <a:r>
              <a:rPr lang="en-IN" sz="2800" dirty="0">
                <a:solidFill>
                  <a:schemeClr val="bg1"/>
                </a:solidFill>
                <a:latin typeface="Book Antiqua" panose="02040602050305030304" pitchFamily="18" charset="0"/>
              </a:rPr>
              <a:t>⚠️ Online Fraud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E9C1BF-9697-9703-9A01-F5947DFFD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627" y="2263833"/>
            <a:ext cx="4539765" cy="3862647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C296DF7-8B37-EA2A-D95F-88F7A0FAD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FF31-1F45-40E4-A6B2-5EF3F8EE346B}" type="datetime1">
              <a:rPr lang="en-IN" smtClean="0"/>
              <a:t>16-09-2026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253B10C-E942-5FA6-3E45-646F5639C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A39148-3FD1-A743-769D-1056FBFC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5146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5">
            <a:extLst>
              <a:ext uri="{FF2B5EF4-FFF2-40B4-BE49-F238E27FC236}">
                <a16:creationId xmlns:a16="http://schemas.microsoft.com/office/drawing/2014/main" id="{E1AC226F-2833-1248-3036-A50B6A927E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390781"/>
              </p:ext>
            </p:extLst>
          </p:nvPr>
        </p:nvGraphicFramePr>
        <p:xfrm>
          <a:off x="421179" y="1703646"/>
          <a:ext cx="11000232" cy="4115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D4EF802-8092-CD43-D016-A5B462730002}"/>
              </a:ext>
            </a:extLst>
          </p:cNvPr>
          <p:cNvSpPr txBox="1"/>
          <p:nvPr/>
        </p:nvSpPr>
        <p:spPr>
          <a:xfrm>
            <a:off x="2647004" y="205740"/>
            <a:ext cx="6548582" cy="707886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dirty="0">
                <a:solidFill>
                  <a:schemeClr val="bg1"/>
                </a:solidFill>
                <a:latin typeface="Book Antiqua" panose="02040602050305030304" pitchFamily="18" charset="0"/>
              </a:rPr>
              <a:t>Future Of Digital India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CF5CB-4E73-719F-8677-2ECE93B3F09E}"/>
              </a:ext>
            </a:extLst>
          </p:cNvPr>
          <p:cNvSpPr txBox="1"/>
          <p:nvPr/>
        </p:nvSpPr>
        <p:spPr>
          <a:xfrm>
            <a:off x="2244436" y="1038919"/>
            <a:ext cx="2937164" cy="46166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1"/>
                </a:solidFill>
              </a:rPr>
              <a:t>Create a Timeline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ACC32-92D0-9812-29D3-57840A5D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71D9-24A5-442D-816E-578390701B30}" type="datetime1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D88A4-FE3C-31CA-7854-5C7E786C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664CC-E3CA-B1B5-5BDA-2D49D799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1944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F0F75E-82E5-34FF-6562-009D7A7C7B34}"/>
              </a:ext>
            </a:extLst>
          </p:cNvPr>
          <p:cNvSpPr txBox="1"/>
          <p:nvPr/>
        </p:nvSpPr>
        <p:spPr>
          <a:xfrm>
            <a:off x="3482108" y="979055"/>
            <a:ext cx="4645891" cy="707886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11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dirty="0">
                <a:solidFill>
                  <a:schemeClr val="bg1"/>
                </a:solidFill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8739CF-1C2E-5468-B2AB-C076CEF80210}"/>
              </a:ext>
            </a:extLst>
          </p:cNvPr>
          <p:cNvSpPr txBox="1"/>
          <p:nvPr/>
        </p:nvSpPr>
        <p:spPr>
          <a:xfrm>
            <a:off x="1676400" y="2287305"/>
            <a:ext cx="8839200" cy="3416320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10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Book Antiqua" panose="02040602050305030304" pitchFamily="18" charset="0"/>
              </a:rPr>
              <a:t>Digital India is transforming the way people live, work, learn, and connect.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Book Antiqua" panose="02040602050305030304" pitchFamily="18" charset="0"/>
              </a:rPr>
              <a:t>With the growth of Artificial Intelligence, Smart Cities, Digital Payments, and Connected Services, India is moving towards a smarter, more connected, inclusive, and technology-driven future.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Book Antiqua" panose="02040602050305030304" pitchFamily="18" charset="0"/>
              </a:rPr>
              <a:t>The future of Digital India is not just about technology—it is about creating better opportunities and improving the quality of life for everyone.</a:t>
            </a:r>
            <a:endParaRPr lang="en-IN" sz="2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A8E8D-3F2E-F72C-7E2D-14190D1B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2335-FD10-43A8-BEC2-81B0278EF9E9}" type="datetime1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5E172-23FB-CAF4-9962-A814EFF0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50069-E5D7-72F9-BA49-398C958F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3922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0AEAF2-DF4F-4CE9-FFAB-8A32D4C60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BD49-68BB-482B-94B5-61BB96A1DEFC}" type="datetime1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C2D2FB-A2B8-9DD8-0DD8-12FD4791B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6 New Katra Prayagraj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DF0F7-2E2F-3AF1-C4EC-8DFC28A71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6297C-2091-4FDF-97B7-757DF2CF5DA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1970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 advClick="0" advTm="2000">
        <p15:prstTrans prst="curtains"/>
      </p:transition>
    </mc:Choice>
    <mc:Fallback>
      <p:transition spd="slow" advClick="0" advTm="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348</Words>
  <Application>Microsoft Office PowerPoint</Application>
  <PresentationFormat>Widescreen</PresentationFormat>
  <Paragraphs>103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Book Antiqua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 Yadav</dc:creator>
  <cp:lastModifiedBy>Deepa Yadav</cp:lastModifiedBy>
  <cp:revision>1</cp:revision>
  <dcterms:created xsi:type="dcterms:W3CDTF">2026-09-16T05:33:40Z</dcterms:created>
  <dcterms:modified xsi:type="dcterms:W3CDTF">2026-09-16T10:23:09Z</dcterms:modified>
</cp:coreProperties>
</file>