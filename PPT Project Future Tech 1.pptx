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1910"/>
    <a:srgbClr val="1A7C73"/>
    <a:srgbClr val="E8ECF8"/>
    <a:srgbClr val="EF6331"/>
    <a:srgbClr val="223366"/>
    <a:srgbClr val="00717D"/>
    <a:srgbClr val="C9D2ED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5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8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svg"/><Relationship Id="rId11" Type="http://schemas.openxmlformats.org/officeDocument/2006/relationships/hyperlink" Target="https://www.flickr.com/photos/dcya/10710536584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7.jp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hyperlink" Target="https://www.pexels.com/photo/thank-you-signage-207216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537132" y="550046"/>
            <a:ext cx="3923210" cy="944343"/>
            <a:chOff x="-138794" y="-150547"/>
            <a:chExt cx="1991689" cy="329468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38794" y="-150547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520DAD-F8CC-E505-163A-1A40C1FCC226}"/>
              </a:ext>
            </a:extLst>
          </p:cNvPr>
          <p:cNvSpPr txBox="1"/>
          <p:nvPr/>
        </p:nvSpPr>
        <p:spPr>
          <a:xfrm>
            <a:off x="883788" y="2029616"/>
            <a:ext cx="3382270" cy="70788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  <a:latin typeface="+mn-lt"/>
              </a:rPr>
              <a:t>Student Attendance &amp; Performance Analysis</a:t>
            </a:r>
          </a:p>
        </p:txBody>
      </p:sp>
      <p:sp>
        <p:nvSpPr>
          <p:cNvPr id="40" name="Google Shape;70;p13">
            <a:extLst>
              <a:ext uri="{FF2B5EF4-FFF2-40B4-BE49-F238E27FC236}">
                <a16:creationId xmlns:a16="http://schemas.microsoft.com/office/drawing/2014/main" id="{574F20A4-E865-2423-673E-2D8E75BC50D9}"/>
              </a:ext>
            </a:extLst>
          </p:cNvPr>
          <p:cNvSpPr txBox="1"/>
          <p:nvPr/>
        </p:nvSpPr>
        <p:spPr>
          <a:xfrm>
            <a:off x="922617" y="2928423"/>
            <a:ext cx="394155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Book Antiqua" panose="02040602050305030304" pitchFamily="18" charset="0"/>
                <a:sym typeface="Arial"/>
              </a:rPr>
              <a:t>Team Members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58D58-B26B-B263-E4E7-719E9EA907D6}"/>
              </a:ext>
            </a:extLst>
          </p:cNvPr>
          <p:cNvSpPr txBox="1"/>
          <p:nvPr/>
        </p:nvSpPr>
        <p:spPr>
          <a:xfrm>
            <a:off x="841818" y="3135367"/>
            <a:ext cx="2168784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chemeClr val="bg1"/>
              </a:buClr>
            </a:pPr>
            <a:r>
              <a:rPr lang="en-IN" sz="1100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1. Name: Deepa</a:t>
            </a:r>
          </a:p>
          <a:p>
            <a:pPr>
              <a:buClr>
                <a:schemeClr val="bg1"/>
              </a:buClr>
            </a:pPr>
            <a:r>
              <a:rPr lang="en-IN" sz="1100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2. Name: Shiwani</a:t>
            </a:r>
          </a:p>
          <a:p>
            <a:pPr>
              <a:buClr>
                <a:schemeClr val="bg1"/>
              </a:buClr>
            </a:pPr>
            <a:r>
              <a:rPr lang="en-IN" sz="1100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3. Name: Kavita Singh</a:t>
            </a:r>
          </a:p>
        </p:txBody>
      </p:sp>
      <p:sp>
        <p:nvSpPr>
          <p:cNvPr id="44" name="Google Shape;70;p13">
            <a:extLst>
              <a:ext uri="{FF2B5EF4-FFF2-40B4-BE49-F238E27FC236}">
                <a16:creationId xmlns:a16="http://schemas.microsoft.com/office/drawing/2014/main" id="{43C0C02E-B24A-392F-8483-77C0267C88E1}"/>
              </a:ext>
            </a:extLst>
          </p:cNvPr>
          <p:cNvSpPr txBox="1"/>
          <p:nvPr/>
        </p:nvSpPr>
        <p:spPr>
          <a:xfrm>
            <a:off x="2480466" y="3010564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trike="noStrike" cap="none" dirty="0">
                <a:solidFill>
                  <a:schemeClr val="bg1"/>
                </a:solidFill>
                <a:latin typeface="Book Antiqua" panose="02040602050305030304" pitchFamily="18" charset="0"/>
                <a:sym typeface="Arial"/>
              </a:rPr>
              <a:t>Guided by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6B4A00-040F-FDB6-2131-846EB7188C53}"/>
              </a:ext>
            </a:extLst>
          </p:cNvPr>
          <p:cNvSpPr txBox="1"/>
          <p:nvPr/>
        </p:nvSpPr>
        <p:spPr>
          <a:xfrm>
            <a:off x="2319408" y="3252515"/>
            <a:ext cx="2168784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  <a:buClr>
                <a:schemeClr val="bg1"/>
              </a:buClr>
            </a:pPr>
            <a:r>
              <a:rPr lang="en-US" sz="1100" i="1" dirty="0">
                <a:solidFill>
                  <a:schemeClr val="bg1">
                    <a:lumMod val="95000"/>
                  </a:schemeClr>
                </a:solidFill>
              </a:rPr>
              <a:t>1. Shailesh Yadav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694314" y="637983"/>
            <a:ext cx="3608846" cy="698414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4BA2815-EC11-1A58-D7E9-2F34590B17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691295" y="797547"/>
            <a:ext cx="4329795" cy="3467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D9E1FD-6BFA-804E-B5D7-2C5955B30B1D}"/>
              </a:ext>
            </a:extLst>
          </p:cNvPr>
          <p:cNvSpPr txBox="1"/>
          <p:nvPr/>
        </p:nvSpPr>
        <p:spPr>
          <a:xfrm>
            <a:off x="1603767" y="1573662"/>
            <a:ext cx="194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+mj-lt"/>
              </a:rPr>
              <a:t>Project Name</a:t>
            </a:r>
          </a:p>
        </p:txBody>
      </p:sp>
      <p:pic>
        <p:nvPicPr>
          <p:cNvPr id="18" name="WhatsApp Audio 2026-09-16 at 2.50.28 PM">
            <a:hlinkClick r:id="" action="ppaction://media"/>
            <a:extLst>
              <a:ext uri="{FF2B5EF4-FFF2-40B4-BE49-F238E27FC236}">
                <a16:creationId xmlns:a16="http://schemas.microsoft.com/office/drawing/2014/main" id="{AAD9C4F1-C3C4-D1BD-E6B6-D09A4213F5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86392" y="424599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>
                <p:cTn id="2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0" grpId="0"/>
      <p:bldP spid="4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765249" y="883738"/>
            <a:ext cx="3132438" cy="40011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ctr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BD2EF-E776-45B2-E9C7-034874DEA592}"/>
              </a:ext>
            </a:extLst>
          </p:cNvPr>
          <p:cNvSpPr txBox="1"/>
          <p:nvPr/>
        </p:nvSpPr>
        <p:spPr>
          <a:xfrm>
            <a:off x="409150" y="1333175"/>
            <a:ext cx="3844636" cy="318035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Manual attendance management is time-consuming and may lead to errors.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Maintaining large numbers of student records is difficult.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It is challenging to identify students with low attendance quickly.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Manual performance analysis requires more time and effort.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Attendance and academic performance data are difficult to compare without proper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54B11-3BDF-7CD8-293A-2F6A8017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994" y="1083793"/>
            <a:ext cx="4035973" cy="349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0" y="723378"/>
            <a:ext cx="9144000" cy="40011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ctr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143934" y="1136041"/>
            <a:ext cx="4440051" cy="349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Develop an Excel-based Student Attendance and Performance Analysis system.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Maintain student attendance and academic performance records in one worksheet.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Calculate Attendance %, Percentage, grade, and result using formulas.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Use Conditional Formatting to identify attendance and performance status.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Use Pivot Tables and Pivot Charts for easy data analysis.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Use charts and dashboard elements to present results clearly.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AAB27B-4970-9A32-0614-042C48E7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60726"/>
            <a:ext cx="4204855" cy="373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/>
      <p:bldP spid="2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0" y="579183"/>
            <a:ext cx="9143999" cy="4000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ctr">
              <a:buClr>
                <a:srgbClr val="E8ECF8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Project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4B76A-7D3A-3F23-B0E2-424EC2E806C4}"/>
              </a:ext>
            </a:extLst>
          </p:cNvPr>
          <p:cNvSpPr txBox="1"/>
          <p:nvPr/>
        </p:nvSpPr>
        <p:spPr>
          <a:xfrm>
            <a:off x="2183401" y="4564317"/>
            <a:ext cx="4591471" cy="30777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Git hub Link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61B2C9-29B7-5929-F3D2-CAA696D8D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4" y="845678"/>
            <a:ext cx="7970108" cy="34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0" y="574571"/>
            <a:ext cx="9144000" cy="4000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ctr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97638" y="1210348"/>
            <a:ext cx="3772786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Automatic attendance recording using biometric systems.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Integration with QR code-based attendance.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Automatic SMS/email alerts for low attendance.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Student performance prediction using AI.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Real-time attendance and performance dashboard.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Integration with school/college management systems.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D83F07-C597-1B99-3A5F-145A9BC97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438" y="1283557"/>
            <a:ext cx="4139514" cy="28853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9A1D8EE-43CE-2319-3099-6EA3EACC51EA}"/>
              </a:ext>
            </a:extLst>
          </p:cNvPr>
          <p:cNvSpPr txBox="1"/>
          <p:nvPr/>
        </p:nvSpPr>
        <p:spPr>
          <a:xfrm>
            <a:off x="5372100" y="1371600"/>
            <a:ext cx="1946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1" dirty="0">
                <a:latin typeface="Book Antiqua" panose="02040602050305030304" pitchFamily="18" charset="0"/>
              </a:rPr>
              <a:t>Career Growth</a:t>
            </a: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57276" y="567356"/>
            <a:ext cx="8535702" cy="4000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ctr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262211" y="1075745"/>
            <a:ext cx="4440051" cy="314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Successfully developed a Student Attendance and Performance Analysis system.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The system helps maintain student attendance and academic records efficiently.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Attendance percentage, grades and results can be calculated automatically.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Pivot Tables and Charts make data analysis easier.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The project reduces manual effort and helps identify student performance patterns.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33F67-19E1-530F-700F-893E6157B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786" y="1196025"/>
            <a:ext cx="4058003" cy="349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9B2259-4B41-7D0C-42BC-5D222DD81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94270"/>
            <a:ext cx="9144000" cy="46492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2BD4E4-E8C4-D84F-9AFB-24DBAAF5F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0fa2617-96bd-425d-8578-e93563fe37c5"/>
    <ds:schemaRef ds:uri="9162bd5b-4ed9-4da3-b376-05204580ba3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260</Words>
  <Application>Microsoft Office PowerPoint</Application>
  <PresentationFormat>On-screen Show (16:9)</PresentationFormat>
  <Paragraphs>39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 Antiqua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Deepa Yadav</cp:lastModifiedBy>
  <cp:revision>30</cp:revision>
  <dcterms:modified xsi:type="dcterms:W3CDTF">2026-09-23T07:35:56Z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