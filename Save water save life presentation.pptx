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61" r:id="rId6"/>
    <p:sldId id="262" r:id="rId7"/>
    <p:sldId id="263" r:id="rId8"/>
    <p:sldId id="264" r:id="rId9"/>
    <p:sldId id="265"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7" d="100"/>
          <a:sy n="117" d="100"/>
        </p:scale>
        <p:origin x="35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 Yadav" userId="8b3028eea70d7ef5" providerId="LiveId" clId="{D0E2D663-786B-4521-878E-66A7A371B223}"/>
    <pc:docChg chg="undo custSel addSld modSld modMainMaster">
      <pc:chgData name="Deepa Yadav" userId="8b3028eea70d7ef5" providerId="LiveId" clId="{D0E2D663-786B-4521-878E-66A7A371B223}" dt="2026-09-18T11:30:41.700" v="506"/>
      <pc:docMkLst>
        <pc:docMk/>
      </pc:docMkLst>
      <pc:sldChg chg="addSp modSp mod modTransition modAnim">
        <pc:chgData name="Deepa Yadav" userId="8b3028eea70d7ef5" providerId="LiveId" clId="{D0E2D663-786B-4521-878E-66A7A371B223}" dt="2026-09-18T11:30:02.155" v="505"/>
        <pc:sldMkLst>
          <pc:docMk/>
          <pc:sldMk cId="1203762418" sldId="257"/>
        </pc:sldMkLst>
        <pc:spChg chg="mod">
          <ac:chgData name="Deepa Yadav" userId="8b3028eea70d7ef5" providerId="LiveId" clId="{D0E2D663-786B-4521-878E-66A7A371B223}" dt="2026-09-18T08:42:12.139" v="439" actId="20577"/>
          <ac:spMkLst>
            <pc:docMk/>
            <pc:sldMk cId="1203762418" sldId="257"/>
            <ac:spMk id="6" creationId="{57D92F74-38D5-5596-1150-A2240C8122A5}"/>
          </ac:spMkLst>
        </pc:spChg>
        <pc:picChg chg="add mod">
          <ac:chgData name="Deepa Yadav" userId="8b3028eea70d7ef5" providerId="LiveId" clId="{D0E2D663-786B-4521-878E-66A7A371B223}" dt="2026-09-18T08:46:27.145" v="472" actId="1076"/>
          <ac:picMkLst>
            <pc:docMk/>
            <pc:sldMk cId="1203762418" sldId="257"/>
            <ac:picMk id="10" creationId="{DDE54E87-55D5-7A89-F887-2F6F872AF530}"/>
          </ac:picMkLst>
        </pc:picChg>
        <pc:picChg chg="add mod">
          <ac:chgData name="Deepa Yadav" userId="8b3028eea70d7ef5" providerId="LiveId" clId="{D0E2D663-786B-4521-878E-66A7A371B223}" dt="2026-09-18T08:46:24.082" v="471" actId="1076"/>
          <ac:picMkLst>
            <pc:docMk/>
            <pc:sldMk cId="1203762418" sldId="257"/>
            <ac:picMk id="11" creationId="{7D166297-7E7C-1864-550A-9EAB93FC9FEE}"/>
          </ac:picMkLst>
        </pc:picChg>
      </pc:sldChg>
      <pc:sldChg chg="modTransition modAnim">
        <pc:chgData name="Deepa Yadav" userId="8b3028eea70d7ef5" providerId="LiveId" clId="{D0E2D663-786B-4521-878E-66A7A371B223}" dt="2026-09-18T11:30:02.155" v="505"/>
        <pc:sldMkLst>
          <pc:docMk/>
          <pc:sldMk cId="2609538207" sldId="258"/>
        </pc:sldMkLst>
      </pc:sldChg>
      <pc:sldChg chg="modSp mod modTransition modAnim">
        <pc:chgData name="Deepa Yadav" userId="8b3028eea70d7ef5" providerId="LiveId" clId="{D0E2D663-786B-4521-878E-66A7A371B223}" dt="2026-09-18T11:30:41.700" v="506"/>
        <pc:sldMkLst>
          <pc:docMk/>
          <pc:sldMk cId="3488033390" sldId="259"/>
        </pc:sldMkLst>
        <pc:picChg chg="mod">
          <ac:chgData name="Deepa Yadav" userId="8b3028eea70d7ef5" providerId="LiveId" clId="{D0E2D663-786B-4521-878E-66A7A371B223}" dt="2026-09-18T08:30:35.898" v="296" actId="1076"/>
          <ac:picMkLst>
            <pc:docMk/>
            <pc:sldMk cId="3488033390" sldId="259"/>
            <ac:picMk id="6" creationId="{2AB0B4CE-EE8E-36C6-7FBF-C38E46AB0509}"/>
          </ac:picMkLst>
        </pc:picChg>
      </pc:sldChg>
      <pc:sldChg chg="modTransition modAnim">
        <pc:chgData name="Deepa Yadav" userId="8b3028eea70d7ef5" providerId="LiveId" clId="{D0E2D663-786B-4521-878E-66A7A371B223}" dt="2026-09-18T11:30:02.155" v="505"/>
        <pc:sldMkLst>
          <pc:docMk/>
          <pc:sldMk cId="4148326926" sldId="260"/>
        </pc:sldMkLst>
      </pc:sldChg>
      <pc:sldChg chg="addSp delSp modSp mod modTransition modAnim">
        <pc:chgData name="Deepa Yadav" userId="8b3028eea70d7ef5" providerId="LiveId" clId="{D0E2D663-786B-4521-878E-66A7A371B223}" dt="2026-09-18T11:30:02.155" v="505"/>
        <pc:sldMkLst>
          <pc:docMk/>
          <pc:sldMk cId="3488477895" sldId="261"/>
        </pc:sldMkLst>
        <pc:picChg chg="add del mod">
          <ac:chgData name="Deepa Yadav" userId="8b3028eea70d7ef5" providerId="LiveId" clId="{D0E2D663-786B-4521-878E-66A7A371B223}" dt="2026-09-18T08:16:33.658" v="81" actId="21"/>
          <ac:picMkLst>
            <pc:docMk/>
            <pc:sldMk cId="3488477895" sldId="261"/>
            <ac:picMk id="16" creationId="{3CBA1446-F060-6A2B-17DA-D30AAB80B84C}"/>
          </ac:picMkLst>
        </pc:picChg>
      </pc:sldChg>
      <pc:sldChg chg="modTransition modAnim">
        <pc:chgData name="Deepa Yadav" userId="8b3028eea70d7ef5" providerId="LiveId" clId="{D0E2D663-786B-4521-878E-66A7A371B223}" dt="2026-09-18T11:30:02.155" v="505"/>
        <pc:sldMkLst>
          <pc:docMk/>
          <pc:sldMk cId="1759008594" sldId="262"/>
        </pc:sldMkLst>
      </pc:sldChg>
      <pc:sldChg chg="modTransition modAnim">
        <pc:chgData name="Deepa Yadav" userId="8b3028eea70d7ef5" providerId="LiveId" clId="{D0E2D663-786B-4521-878E-66A7A371B223}" dt="2026-09-18T11:30:02.155" v="505"/>
        <pc:sldMkLst>
          <pc:docMk/>
          <pc:sldMk cId="234089935" sldId="263"/>
        </pc:sldMkLst>
      </pc:sldChg>
      <pc:sldChg chg="modTransition modAnim">
        <pc:chgData name="Deepa Yadav" userId="8b3028eea70d7ef5" providerId="LiveId" clId="{D0E2D663-786B-4521-878E-66A7A371B223}" dt="2026-09-18T11:30:02.155" v="505"/>
        <pc:sldMkLst>
          <pc:docMk/>
          <pc:sldMk cId="2832708772" sldId="264"/>
        </pc:sldMkLst>
      </pc:sldChg>
      <pc:sldChg chg="addSp modSp mod modTransition modAnim">
        <pc:chgData name="Deepa Yadav" userId="8b3028eea70d7ef5" providerId="LiveId" clId="{D0E2D663-786B-4521-878E-66A7A371B223}" dt="2026-09-18T11:30:02.155" v="505"/>
        <pc:sldMkLst>
          <pc:docMk/>
          <pc:sldMk cId="2291495665" sldId="265"/>
        </pc:sldMkLst>
        <pc:spChg chg="mod">
          <ac:chgData name="Deepa Yadav" userId="8b3028eea70d7ef5" providerId="LiveId" clId="{D0E2D663-786B-4521-878E-66A7A371B223}" dt="2026-09-18T08:01:21.694" v="18" actId="1076"/>
          <ac:spMkLst>
            <pc:docMk/>
            <pc:sldMk cId="2291495665" sldId="265"/>
            <ac:spMk id="3" creationId="{CEDB6719-A8DE-8359-18A2-B526C9816F0F}"/>
          </ac:spMkLst>
        </pc:spChg>
        <pc:spChg chg="mod">
          <ac:chgData name="Deepa Yadav" userId="8b3028eea70d7ef5" providerId="LiveId" clId="{D0E2D663-786B-4521-878E-66A7A371B223}" dt="2026-09-18T08:00:47.867" v="10" actId="1076"/>
          <ac:spMkLst>
            <pc:docMk/>
            <pc:sldMk cId="2291495665" sldId="265"/>
            <ac:spMk id="4" creationId="{1757A4CA-DE07-8C89-BA1D-A1BA893E3177}"/>
          </ac:spMkLst>
        </pc:spChg>
        <pc:spChg chg="mod">
          <ac:chgData name="Deepa Yadav" userId="8b3028eea70d7ef5" providerId="LiveId" clId="{D0E2D663-786B-4521-878E-66A7A371B223}" dt="2026-09-18T08:01:14.601" v="16" actId="1076"/>
          <ac:spMkLst>
            <pc:docMk/>
            <pc:sldMk cId="2291495665" sldId="265"/>
            <ac:spMk id="9" creationId="{C19F0A93-AED2-A84D-1381-C9436A765CED}"/>
          </ac:spMkLst>
        </pc:spChg>
        <pc:spChg chg="mod">
          <ac:chgData name="Deepa Yadav" userId="8b3028eea70d7ef5" providerId="LiveId" clId="{D0E2D663-786B-4521-878E-66A7A371B223}" dt="2026-09-18T08:01:17.939" v="17" actId="1076"/>
          <ac:spMkLst>
            <pc:docMk/>
            <pc:sldMk cId="2291495665" sldId="265"/>
            <ac:spMk id="10" creationId="{B4EBB383-B39D-D53B-83E0-AA3B4DA46FA4}"/>
          </ac:spMkLst>
        </pc:spChg>
        <pc:spChg chg="add mod">
          <ac:chgData name="Deepa Yadav" userId="8b3028eea70d7ef5" providerId="LiveId" clId="{D0E2D663-786B-4521-878E-66A7A371B223}" dt="2026-09-18T08:02:03.795" v="72" actId="2711"/>
          <ac:spMkLst>
            <pc:docMk/>
            <pc:sldMk cId="2291495665" sldId="265"/>
            <ac:spMk id="11" creationId="{5DBEA78B-647B-1816-9EC0-277589458543}"/>
          </ac:spMkLst>
        </pc:spChg>
        <pc:spChg chg="add mod">
          <ac:chgData name="Deepa Yadav" userId="8b3028eea70d7ef5" providerId="LiveId" clId="{D0E2D663-786B-4521-878E-66A7A371B223}" dt="2026-09-18T08:02:21.121" v="74" actId="207"/>
          <ac:spMkLst>
            <pc:docMk/>
            <pc:sldMk cId="2291495665" sldId="265"/>
            <ac:spMk id="12" creationId="{9DF863FC-91AB-BCEF-E957-99710606C7D0}"/>
          </ac:spMkLst>
        </pc:spChg>
        <pc:picChg chg="mod">
          <ac:chgData name="Deepa Yadav" userId="8b3028eea70d7ef5" providerId="LiveId" clId="{D0E2D663-786B-4521-878E-66A7A371B223}" dt="2026-09-18T08:00:43.013" v="9" actId="1076"/>
          <ac:picMkLst>
            <pc:docMk/>
            <pc:sldMk cId="2291495665" sldId="265"/>
            <ac:picMk id="6" creationId="{39887216-6FD6-A1F5-E243-D6CCF96C5F0C}"/>
          </ac:picMkLst>
        </pc:picChg>
        <pc:picChg chg="mod">
          <ac:chgData name="Deepa Yadav" userId="8b3028eea70d7ef5" providerId="LiveId" clId="{D0E2D663-786B-4521-878E-66A7A371B223}" dt="2026-09-18T08:00:58.326" v="13" actId="1076"/>
          <ac:picMkLst>
            <pc:docMk/>
            <pc:sldMk cId="2291495665" sldId="265"/>
            <ac:picMk id="8" creationId="{997A1DF0-25B2-129A-EF9D-F5245CD762A7}"/>
          </ac:picMkLst>
        </pc:picChg>
      </pc:sldChg>
      <pc:sldChg chg="addSp delSp modSp mod modTransition modAnim">
        <pc:chgData name="Deepa Yadav" userId="8b3028eea70d7ef5" providerId="LiveId" clId="{D0E2D663-786B-4521-878E-66A7A371B223}" dt="2026-09-18T11:30:02.155" v="505"/>
        <pc:sldMkLst>
          <pc:docMk/>
          <pc:sldMk cId="3748816764" sldId="267"/>
        </pc:sldMkLst>
        <pc:spChg chg="add mod">
          <ac:chgData name="Deepa Yadav" userId="8b3028eea70d7ef5" providerId="LiveId" clId="{D0E2D663-786B-4521-878E-66A7A371B223}" dt="2026-09-18T08:18:48.575" v="116" actId="1076"/>
          <ac:spMkLst>
            <pc:docMk/>
            <pc:sldMk cId="3748816764" sldId="267"/>
            <ac:spMk id="2" creationId="{B82F92F7-67A5-DE13-A386-80C7F11B7750}"/>
          </ac:spMkLst>
        </pc:spChg>
        <pc:spChg chg="add mod">
          <ac:chgData name="Deepa Yadav" userId="8b3028eea70d7ef5" providerId="LiveId" clId="{D0E2D663-786B-4521-878E-66A7A371B223}" dt="2026-09-18T08:26:27.216" v="249" actId="1076"/>
          <ac:spMkLst>
            <pc:docMk/>
            <pc:sldMk cId="3748816764" sldId="267"/>
            <ac:spMk id="3" creationId="{3D0A0866-0E80-BFF8-4C36-FD70E0E8B142}"/>
          </ac:spMkLst>
        </pc:spChg>
        <pc:spChg chg="add del mod">
          <ac:chgData name="Deepa Yadav" userId="8b3028eea70d7ef5" providerId="LiveId" clId="{D0E2D663-786B-4521-878E-66A7A371B223}" dt="2026-09-18T08:21:46.283" v="149"/>
          <ac:spMkLst>
            <pc:docMk/>
            <pc:sldMk cId="3748816764" sldId="267"/>
            <ac:spMk id="6" creationId="{A2B425C3-F221-6DB4-AE60-0D2864C6FAE7}"/>
          </ac:spMkLst>
        </pc:spChg>
        <pc:spChg chg="add mod">
          <ac:chgData name="Deepa Yadav" userId="8b3028eea70d7ef5" providerId="LiveId" clId="{D0E2D663-786B-4521-878E-66A7A371B223}" dt="2026-09-18T08:26:30.307" v="250" actId="1076"/>
          <ac:spMkLst>
            <pc:docMk/>
            <pc:sldMk cId="3748816764" sldId="267"/>
            <ac:spMk id="7" creationId="{2CB2F15B-2EFB-D692-E902-BFE05C37DC8D}"/>
          </ac:spMkLst>
        </pc:spChg>
        <pc:spChg chg="add mod">
          <ac:chgData name="Deepa Yadav" userId="8b3028eea70d7ef5" providerId="LiveId" clId="{D0E2D663-786B-4521-878E-66A7A371B223}" dt="2026-09-18T08:26:32.779" v="251" actId="1076"/>
          <ac:spMkLst>
            <pc:docMk/>
            <pc:sldMk cId="3748816764" sldId="267"/>
            <ac:spMk id="8" creationId="{D200C966-8BB8-1389-2A58-5DA33812FF3E}"/>
          </ac:spMkLst>
        </pc:spChg>
        <pc:picChg chg="add mod">
          <ac:chgData name="Deepa Yadav" userId="8b3028eea70d7ef5" providerId="LiveId" clId="{D0E2D663-786B-4521-878E-66A7A371B223}" dt="2026-09-18T08:35:07.353" v="321" actId="1076"/>
          <ac:picMkLst>
            <pc:docMk/>
            <pc:sldMk cId="3748816764" sldId="267"/>
            <ac:picMk id="5" creationId="{ACC73F81-354D-281D-29FD-DD2E30748D91}"/>
          </ac:picMkLst>
        </pc:picChg>
        <pc:picChg chg="add mod">
          <ac:chgData name="Deepa Yadav" userId="8b3028eea70d7ef5" providerId="LiveId" clId="{D0E2D663-786B-4521-878E-66A7A371B223}" dt="2026-09-18T08:26:35.788" v="252" actId="1076"/>
          <ac:picMkLst>
            <pc:docMk/>
            <pc:sldMk cId="3748816764" sldId="267"/>
            <ac:picMk id="10" creationId="{AC749A89-ABE5-C963-40C0-71ADE7D4981A}"/>
          </ac:picMkLst>
        </pc:picChg>
      </pc:sldChg>
      <pc:sldChg chg="addSp delSp modSp new mod modTransition setBg">
        <pc:chgData name="Deepa Yadav" userId="8b3028eea70d7ef5" providerId="LiveId" clId="{D0E2D663-786B-4521-878E-66A7A371B223}" dt="2026-09-18T11:30:02.155" v="505"/>
        <pc:sldMkLst>
          <pc:docMk/>
          <pc:sldMk cId="2096080665" sldId="268"/>
        </pc:sldMkLst>
        <pc:spChg chg="add del mod">
          <ac:chgData name="Deepa Yadav" userId="8b3028eea70d7ef5" providerId="LiveId" clId="{D0E2D663-786B-4521-878E-66A7A371B223}" dt="2026-09-18T08:35:21.704" v="326"/>
          <ac:spMkLst>
            <pc:docMk/>
            <pc:sldMk cId="2096080665" sldId="268"/>
            <ac:spMk id="2" creationId="{D1E9D65C-8602-8C4F-3D7B-BB9766989F16}"/>
          </ac:spMkLst>
        </pc:spChg>
      </pc:sldChg>
      <pc:sldMasterChg chg="modTransition modSldLayout">
        <pc:chgData name="Deepa Yadav" userId="8b3028eea70d7ef5" providerId="LiveId" clId="{D0E2D663-786B-4521-878E-66A7A371B223}" dt="2026-09-18T11:30:02.155" v="505"/>
        <pc:sldMasterMkLst>
          <pc:docMk/>
          <pc:sldMasterMk cId="648862556" sldId="2147483648"/>
        </pc:sldMasterMkLst>
        <pc:sldLayoutChg chg="modTransition">
          <pc:chgData name="Deepa Yadav" userId="8b3028eea70d7ef5" providerId="LiveId" clId="{D0E2D663-786B-4521-878E-66A7A371B223}" dt="2026-09-18T11:30:02.155" v="505"/>
          <pc:sldLayoutMkLst>
            <pc:docMk/>
            <pc:sldMasterMk cId="648862556" sldId="2147483648"/>
            <pc:sldLayoutMk cId="2662606727" sldId="2147483649"/>
          </pc:sldLayoutMkLst>
        </pc:sldLayoutChg>
        <pc:sldLayoutChg chg="modTransition">
          <pc:chgData name="Deepa Yadav" userId="8b3028eea70d7ef5" providerId="LiveId" clId="{D0E2D663-786B-4521-878E-66A7A371B223}" dt="2026-09-18T11:30:02.155" v="505"/>
          <pc:sldLayoutMkLst>
            <pc:docMk/>
            <pc:sldMasterMk cId="648862556" sldId="2147483648"/>
            <pc:sldLayoutMk cId="4087822146" sldId="2147483650"/>
          </pc:sldLayoutMkLst>
        </pc:sldLayoutChg>
        <pc:sldLayoutChg chg="modTransition">
          <pc:chgData name="Deepa Yadav" userId="8b3028eea70d7ef5" providerId="LiveId" clId="{D0E2D663-786B-4521-878E-66A7A371B223}" dt="2026-09-18T11:30:02.155" v="505"/>
          <pc:sldLayoutMkLst>
            <pc:docMk/>
            <pc:sldMasterMk cId="648862556" sldId="2147483648"/>
            <pc:sldLayoutMk cId="3512933029" sldId="2147483651"/>
          </pc:sldLayoutMkLst>
        </pc:sldLayoutChg>
        <pc:sldLayoutChg chg="modTransition">
          <pc:chgData name="Deepa Yadav" userId="8b3028eea70d7ef5" providerId="LiveId" clId="{D0E2D663-786B-4521-878E-66A7A371B223}" dt="2026-09-18T11:30:02.155" v="505"/>
          <pc:sldLayoutMkLst>
            <pc:docMk/>
            <pc:sldMasterMk cId="648862556" sldId="2147483648"/>
            <pc:sldLayoutMk cId="2729871526" sldId="2147483652"/>
          </pc:sldLayoutMkLst>
        </pc:sldLayoutChg>
        <pc:sldLayoutChg chg="modTransition">
          <pc:chgData name="Deepa Yadav" userId="8b3028eea70d7ef5" providerId="LiveId" clId="{D0E2D663-786B-4521-878E-66A7A371B223}" dt="2026-09-18T11:30:02.155" v="505"/>
          <pc:sldLayoutMkLst>
            <pc:docMk/>
            <pc:sldMasterMk cId="648862556" sldId="2147483648"/>
            <pc:sldLayoutMk cId="4033411487" sldId="2147483653"/>
          </pc:sldLayoutMkLst>
        </pc:sldLayoutChg>
        <pc:sldLayoutChg chg="modTransition">
          <pc:chgData name="Deepa Yadav" userId="8b3028eea70d7ef5" providerId="LiveId" clId="{D0E2D663-786B-4521-878E-66A7A371B223}" dt="2026-09-18T11:30:02.155" v="505"/>
          <pc:sldLayoutMkLst>
            <pc:docMk/>
            <pc:sldMasterMk cId="648862556" sldId="2147483648"/>
            <pc:sldLayoutMk cId="1491891439" sldId="2147483654"/>
          </pc:sldLayoutMkLst>
        </pc:sldLayoutChg>
        <pc:sldLayoutChg chg="modTransition">
          <pc:chgData name="Deepa Yadav" userId="8b3028eea70d7ef5" providerId="LiveId" clId="{D0E2D663-786B-4521-878E-66A7A371B223}" dt="2026-09-18T11:30:02.155" v="505"/>
          <pc:sldLayoutMkLst>
            <pc:docMk/>
            <pc:sldMasterMk cId="648862556" sldId="2147483648"/>
            <pc:sldLayoutMk cId="2866333097" sldId="2147483655"/>
          </pc:sldLayoutMkLst>
        </pc:sldLayoutChg>
        <pc:sldLayoutChg chg="modTransition">
          <pc:chgData name="Deepa Yadav" userId="8b3028eea70d7ef5" providerId="LiveId" clId="{D0E2D663-786B-4521-878E-66A7A371B223}" dt="2026-09-18T11:30:02.155" v="505"/>
          <pc:sldLayoutMkLst>
            <pc:docMk/>
            <pc:sldMasterMk cId="648862556" sldId="2147483648"/>
            <pc:sldLayoutMk cId="48096989" sldId="2147483656"/>
          </pc:sldLayoutMkLst>
        </pc:sldLayoutChg>
        <pc:sldLayoutChg chg="modTransition">
          <pc:chgData name="Deepa Yadav" userId="8b3028eea70d7ef5" providerId="LiveId" clId="{D0E2D663-786B-4521-878E-66A7A371B223}" dt="2026-09-18T11:30:02.155" v="505"/>
          <pc:sldLayoutMkLst>
            <pc:docMk/>
            <pc:sldMasterMk cId="648862556" sldId="2147483648"/>
            <pc:sldLayoutMk cId="3408790159" sldId="2147483657"/>
          </pc:sldLayoutMkLst>
        </pc:sldLayoutChg>
        <pc:sldLayoutChg chg="modTransition">
          <pc:chgData name="Deepa Yadav" userId="8b3028eea70d7ef5" providerId="LiveId" clId="{D0E2D663-786B-4521-878E-66A7A371B223}" dt="2026-09-18T11:30:02.155" v="505"/>
          <pc:sldLayoutMkLst>
            <pc:docMk/>
            <pc:sldMasterMk cId="648862556" sldId="2147483648"/>
            <pc:sldLayoutMk cId="124698544" sldId="2147483658"/>
          </pc:sldLayoutMkLst>
        </pc:sldLayoutChg>
        <pc:sldLayoutChg chg="modTransition">
          <pc:chgData name="Deepa Yadav" userId="8b3028eea70d7ef5" providerId="LiveId" clId="{D0E2D663-786B-4521-878E-66A7A371B223}" dt="2026-09-18T11:30:02.155" v="505"/>
          <pc:sldLayoutMkLst>
            <pc:docMk/>
            <pc:sldMasterMk cId="648862556" sldId="2147483648"/>
            <pc:sldLayoutMk cId="2201988922" sldId="214748365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0NoLn">
    <dgm:fillClrLst meth="repeat">
      <a:schemeClr val="accent4"/>
    </dgm:fillClrLst>
    <dgm:linClrLst meth="repeat">
      <a:schemeClr val="lt1">
        <a:alpha val="0"/>
      </a:schemeClr>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1NoLn">
    <dgm:fillClrLst>
      <a:schemeClr val="accent5"/>
      <a:schemeClr val="accent6"/>
    </dgm:fillClrLst>
    <dgm:linClrLst meth="repeat">
      <a:schemeClr val="lt1">
        <a:alpha val="0"/>
      </a:schemeClr>
    </dgm:linClrLst>
    <dgm:effectClrLst/>
    <dgm:txLinClrLst/>
    <dgm:txFillClrLst/>
    <dgm:txEffectClrLst/>
  </dgm:styleLbl>
  <dgm:styleLbl name="ltNode1NoLn">
    <dgm:fillClrLst>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2NoLn">
    <dgm:fillClrLst>
      <a:schemeClr val="accent6"/>
    </dgm:fillClrLst>
    <dgm:linClrLst meth="repeat">
      <a:schemeClr val="lt1">
        <a:alpha val="0"/>
      </a:schemeClr>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3NoLn">
    <dgm:fillClrLst>
      <a:schemeClr val="accent1"/>
    </dgm:fillClrLst>
    <dgm:linClrLst meth="repeat">
      <a:schemeClr val="lt1">
        <a:alpha val="0"/>
      </a:schemeClr>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node4NoLn">
    <dgm:fillClrLst>
      <a:schemeClr val="accent2"/>
    </dgm:fillClrLst>
    <dgm:linClrLst meth="repeat">
      <a:schemeClr val="lt1">
        <a:alpha val="0"/>
      </a:schemeClr>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9F57433-CA22-4F25-A82F-BEE9DCB5F174}" type="doc">
      <dgm:prSet loTypeId="urn:microsoft.com/office/officeart/2005/8/layout/cycle6" loCatId="cycle" qsTypeId="urn:microsoft.com/office/officeart/2005/8/quickstyle/3d7" qsCatId="3D" csTypeId="urn:microsoft.com/office/officeart/2005/8/colors/colorful5" csCatId="colorful" phldr="1"/>
      <dgm:spPr/>
      <dgm:t>
        <a:bodyPr/>
        <a:lstStyle/>
        <a:p>
          <a:endParaRPr lang="en-IN"/>
        </a:p>
      </dgm:t>
    </dgm:pt>
    <dgm:pt modelId="{7CC59F8F-DC76-4749-B74C-53578DD4E825}">
      <dgm:prSet phldrT="[Text]" phldr="0"/>
      <dgm:spPr/>
      <dgm:t>
        <a:bodyPr/>
        <a:lstStyle/>
        <a:p>
          <a:r>
            <a:rPr lang="en-IN" dirty="0"/>
            <a:t>Tap</a:t>
          </a:r>
        </a:p>
      </dgm:t>
    </dgm:pt>
    <dgm:pt modelId="{F9CE228E-B56E-49F3-A8D8-7DF1DC11DAE2}" type="parTrans" cxnId="{6D811ED8-2D74-46FC-B053-780FB55CB5B5}">
      <dgm:prSet/>
      <dgm:spPr/>
      <dgm:t>
        <a:bodyPr/>
        <a:lstStyle/>
        <a:p>
          <a:endParaRPr lang="en-IN"/>
        </a:p>
      </dgm:t>
    </dgm:pt>
    <dgm:pt modelId="{B1CC39F7-5768-4FCE-98C7-A2BB488B005D}" type="sibTrans" cxnId="{6D811ED8-2D74-46FC-B053-780FB55CB5B5}">
      <dgm:prSet/>
      <dgm:spPr/>
      <dgm:t>
        <a:bodyPr/>
        <a:lstStyle/>
        <a:p>
          <a:endParaRPr lang="en-IN"/>
        </a:p>
      </dgm:t>
    </dgm:pt>
    <dgm:pt modelId="{8F1F4A05-6AAC-49FE-8A1B-3799126553D8}">
      <dgm:prSet phldrT="[Text]" phldr="0"/>
      <dgm:spPr/>
      <dgm:t>
        <a:bodyPr/>
        <a:lstStyle/>
        <a:p>
          <a:r>
            <a:rPr lang="en-IN" dirty="0"/>
            <a:t>Shower</a:t>
          </a:r>
        </a:p>
      </dgm:t>
    </dgm:pt>
    <dgm:pt modelId="{E5D236CF-17A8-427D-AFF6-1CAC357CEEF7}" type="parTrans" cxnId="{65755E6F-11F9-4FB6-84E5-680E37AF9FE0}">
      <dgm:prSet/>
      <dgm:spPr/>
      <dgm:t>
        <a:bodyPr/>
        <a:lstStyle/>
        <a:p>
          <a:endParaRPr lang="en-IN"/>
        </a:p>
      </dgm:t>
    </dgm:pt>
    <dgm:pt modelId="{96F35A79-5335-42F2-8EDF-53E87F0BE2FA}" type="sibTrans" cxnId="{65755E6F-11F9-4FB6-84E5-680E37AF9FE0}">
      <dgm:prSet/>
      <dgm:spPr/>
      <dgm:t>
        <a:bodyPr/>
        <a:lstStyle/>
        <a:p>
          <a:endParaRPr lang="en-IN"/>
        </a:p>
      </dgm:t>
    </dgm:pt>
    <dgm:pt modelId="{C4E98A35-3208-432A-9A14-1171B25C6184}">
      <dgm:prSet phldrT="[Text]" phldr="0"/>
      <dgm:spPr/>
      <dgm:t>
        <a:bodyPr/>
        <a:lstStyle/>
        <a:p>
          <a:r>
            <a:rPr lang="en-IN" dirty="0"/>
            <a:t>Car</a:t>
          </a:r>
        </a:p>
      </dgm:t>
    </dgm:pt>
    <dgm:pt modelId="{AE91E262-6018-4078-9A0B-F11C962BC08A}" type="parTrans" cxnId="{674D467E-260B-4476-B1BD-6B4747BEE692}">
      <dgm:prSet/>
      <dgm:spPr/>
      <dgm:t>
        <a:bodyPr/>
        <a:lstStyle/>
        <a:p>
          <a:endParaRPr lang="en-IN"/>
        </a:p>
      </dgm:t>
    </dgm:pt>
    <dgm:pt modelId="{869ABFFA-7842-41A1-9C1C-209664C74BA6}" type="sibTrans" cxnId="{674D467E-260B-4476-B1BD-6B4747BEE692}">
      <dgm:prSet/>
      <dgm:spPr/>
      <dgm:t>
        <a:bodyPr/>
        <a:lstStyle/>
        <a:p>
          <a:endParaRPr lang="en-IN"/>
        </a:p>
      </dgm:t>
    </dgm:pt>
    <dgm:pt modelId="{D81FCE24-BDF4-4C55-B609-0BE042334FED}">
      <dgm:prSet phldrT="[Text]" phldr="0"/>
      <dgm:spPr/>
      <dgm:t>
        <a:bodyPr/>
        <a:lstStyle/>
        <a:p>
          <a:r>
            <a:rPr lang="en-IN" dirty="0"/>
            <a:t>Agriculture</a:t>
          </a:r>
        </a:p>
      </dgm:t>
    </dgm:pt>
    <dgm:pt modelId="{DBD660E9-715F-4B2D-B128-DCB7BAFF2222}" type="parTrans" cxnId="{ED549FBB-4FE6-4870-8767-8A3A7B95D222}">
      <dgm:prSet/>
      <dgm:spPr/>
      <dgm:t>
        <a:bodyPr/>
        <a:lstStyle/>
        <a:p>
          <a:endParaRPr lang="en-IN"/>
        </a:p>
      </dgm:t>
    </dgm:pt>
    <dgm:pt modelId="{6E43B786-BE5E-4B72-BC29-B1C43FEFFBBB}" type="sibTrans" cxnId="{ED549FBB-4FE6-4870-8767-8A3A7B95D222}">
      <dgm:prSet/>
      <dgm:spPr/>
      <dgm:t>
        <a:bodyPr/>
        <a:lstStyle/>
        <a:p>
          <a:endParaRPr lang="en-IN"/>
        </a:p>
      </dgm:t>
    </dgm:pt>
    <dgm:pt modelId="{A66E5248-35B3-406A-93E4-BF783E7762F9}">
      <dgm:prSet phldrT="[Text]" phldr="0"/>
      <dgm:spPr/>
      <dgm:t>
        <a:bodyPr/>
        <a:lstStyle/>
        <a:p>
          <a:r>
            <a:rPr lang="en-IN" dirty="0"/>
            <a:t> Factory</a:t>
          </a:r>
        </a:p>
      </dgm:t>
    </dgm:pt>
    <dgm:pt modelId="{6A7D5F75-D64D-48D7-AFB3-3AF52D50541B}" type="parTrans" cxnId="{077E9C32-F480-4C02-92D3-9498993DEDE0}">
      <dgm:prSet/>
      <dgm:spPr/>
      <dgm:t>
        <a:bodyPr/>
        <a:lstStyle/>
        <a:p>
          <a:endParaRPr lang="en-IN"/>
        </a:p>
      </dgm:t>
    </dgm:pt>
    <dgm:pt modelId="{A3D706D8-D68A-4B75-8819-F0B0CB1454B5}" type="sibTrans" cxnId="{077E9C32-F480-4C02-92D3-9498993DEDE0}">
      <dgm:prSet/>
      <dgm:spPr/>
      <dgm:t>
        <a:bodyPr/>
        <a:lstStyle/>
        <a:p>
          <a:endParaRPr lang="en-IN"/>
        </a:p>
      </dgm:t>
    </dgm:pt>
    <dgm:pt modelId="{F0DB47A5-C0A0-4E41-A3F1-FBD8D68D1C67}" type="pres">
      <dgm:prSet presAssocID="{B9F57433-CA22-4F25-A82F-BEE9DCB5F174}" presName="cycle" presStyleCnt="0">
        <dgm:presLayoutVars>
          <dgm:dir/>
          <dgm:resizeHandles val="exact"/>
        </dgm:presLayoutVars>
      </dgm:prSet>
      <dgm:spPr/>
    </dgm:pt>
    <dgm:pt modelId="{826B340B-64BD-4545-931C-3B59DBFBDCFD}" type="pres">
      <dgm:prSet presAssocID="{7CC59F8F-DC76-4749-B74C-53578DD4E825}" presName="node" presStyleLbl="node1" presStyleIdx="0" presStyleCnt="5">
        <dgm:presLayoutVars>
          <dgm:bulletEnabled val="1"/>
        </dgm:presLayoutVars>
      </dgm:prSet>
      <dgm:spPr/>
    </dgm:pt>
    <dgm:pt modelId="{065F68DD-623C-4890-8F49-F0E61EA2D543}" type="pres">
      <dgm:prSet presAssocID="{7CC59F8F-DC76-4749-B74C-53578DD4E825}" presName="spNode" presStyleCnt="0"/>
      <dgm:spPr/>
    </dgm:pt>
    <dgm:pt modelId="{B0159A41-6FFA-4BF0-85B6-D0DE4F4A9A60}" type="pres">
      <dgm:prSet presAssocID="{B1CC39F7-5768-4FCE-98C7-A2BB488B005D}" presName="sibTrans" presStyleLbl="sibTrans1D1" presStyleIdx="0" presStyleCnt="5"/>
      <dgm:spPr/>
    </dgm:pt>
    <dgm:pt modelId="{75FA0CAA-FC9E-4262-B785-1C6CCCA607CA}" type="pres">
      <dgm:prSet presAssocID="{8F1F4A05-6AAC-49FE-8A1B-3799126553D8}" presName="node" presStyleLbl="node1" presStyleIdx="1" presStyleCnt="5">
        <dgm:presLayoutVars>
          <dgm:bulletEnabled val="1"/>
        </dgm:presLayoutVars>
      </dgm:prSet>
      <dgm:spPr/>
    </dgm:pt>
    <dgm:pt modelId="{6E2CD045-5A98-4B45-8504-55FDA8BF0A6B}" type="pres">
      <dgm:prSet presAssocID="{8F1F4A05-6AAC-49FE-8A1B-3799126553D8}" presName="spNode" presStyleCnt="0"/>
      <dgm:spPr/>
    </dgm:pt>
    <dgm:pt modelId="{8405B2A8-1DD2-4EC4-8E80-113EC4D1349D}" type="pres">
      <dgm:prSet presAssocID="{96F35A79-5335-42F2-8EDF-53E87F0BE2FA}" presName="sibTrans" presStyleLbl="sibTrans1D1" presStyleIdx="1" presStyleCnt="5"/>
      <dgm:spPr/>
    </dgm:pt>
    <dgm:pt modelId="{EE6BB37C-BA8E-4EDF-865F-A61E4C09A9E6}" type="pres">
      <dgm:prSet presAssocID="{C4E98A35-3208-432A-9A14-1171B25C6184}" presName="node" presStyleLbl="node1" presStyleIdx="2" presStyleCnt="5">
        <dgm:presLayoutVars>
          <dgm:bulletEnabled val="1"/>
        </dgm:presLayoutVars>
      </dgm:prSet>
      <dgm:spPr/>
    </dgm:pt>
    <dgm:pt modelId="{CDBE7BCA-7D2A-4761-9F23-3CC5AB2C7DE3}" type="pres">
      <dgm:prSet presAssocID="{C4E98A35-3208-432A-9A14-1171B25C6184}" presName="spNode" presStyleCnt="0"/>
      <dgm:spPr/>
    </dgm:pt>
    <dgm:pt modelId="{2B8217B6-1BC9-4416-BBCD-AC572A4E999E}" type="pres">
      <dgm:prSet presAssocID="{869ABFFA-7842-41A1-9C1C-209664C74BA6}" presName="sibTrans" presStyleLbl="sibTrans1D1" presStyleIdx="2" presStyleCnt="5"/>
      <dgm:spPr/>
    </dgm:pt>
    <dgm:pt modelId="{BE016327-DBFF-4C17-8F5D-D187F6CFC204}" type="pres">
      <dgm:prSet presAssocID="{D81FCE24-BDF4-4C55-B609-0BE042334FED}" presName="node" presStyleLbl="node1" presStyleIdx="3" presStyleCnt="5" custRadScaleRad="95008" custRadScaleInc="29111">
        <dgm:presLayoutVars>
          <dgm:bulletEnabled val="1"/>
        </dgm:presLayoutVars>
      </dgm:prSet>
      <dgm:spPr/>
    </dgm:pt>
    <dgm:pt modelId="{A1BC3EF7-0B6E-4AA9-A080-BCD528CEB0A0}" type="pres">
      <dgm:prSet presAssocID="{D81FCE24-BDF4-4C55-B609-0BE042334FED}" presName="spNode" presStyleCnt="0"/>
      <dgm:spPr/>
    </dgm:pt>
    <dgm:pt modelId="{E2DCF117-75AD-4744-813E-73B61DA301F8}" type="pres">
      <dgm:prSet presAssocID="{6E43B786-BE5E-4B72-BC29-B1C43FEFFBBB}" presName="sibTrans" presStyleLbl="sibTrans1D1" presStyleIdx="3" presStyleCnt="5"/>
      <dgm:spPr/>
    </dgm:pt>
    <dgm:pt modelId="{92FD506E-C6BB-4949-A227-2D1C983E99F6}" type="pres">
      <dgm:prSet presAssocID="{A66E5248-35B3-406A-93E4-BF783E7762F9}" presName="node" presStyleLbl="node1" presStyleIdx="4" presStyleCnt="5" custRadScaleRad="93744" custRadScaleInc="5195">
        <dgm:presLayoutVars>
          <dgm:bulletEnabled val="1"/>
        </dgm:presLayoutVars>
      </dgm:prSet>
      <dgm:spPr/>
    </dgm:pt>
    <dgm:pt modelId="{33C6A261-F3AD-48C5-AE79-2EE7AF5AC084}" type="pres">
      <dgm:prSet presAssocID="{A66E5248-35B3-406A-93E4-BF783E7762F9}" presName="spNode" presStyleCnt="0"/>
      <dgm:spPr/>
    </dgm:pt>
    <dgm:pt modelId="{A379030F-01FD-4F9A-BE1F-43397AC67F6D}" type="pres">
      <dgm:prSet presAssocID="{A3D706D8-D68A-4B75-8819-F0B0CB1454B5}" presName="sibTrans" presStyleLbl="sibTrans1D1" presStyleIdx="4" presStyleCnt="5"/>
      <dgm:spPr/>
    </dgm:pt>
  </dgm:ptLst>
  <dgm:cxnLst>
    <dgm:cxn modelId="{077E9C32-F480-4C02-92D3-9498993DEDE0}" srcId="{B9F57433-CA22-4F25-A82F-BEE9DCB5F174}" destId="{A66E5248-35B3-406A-93E4-BF783E7762F9}" srcOrd="4" destOrd="0" parTransId="{6A7D5F75-D64D-48D7-AFB3-3AF52D50541B}" sibTransId="{A3D706D8-D68A-4B75-8819-F0B0CB1454B5}"/>
    <dgm:cxn modelId="{11842E34-8E38-4FBF-822D-4E4934271AF2}" type="presOf" srcId="{A3D706D8-D68A-4B75-8819-F0B0CB1454B5}" destId="{A379030F-01FD-4F9A-BE1F-43397AC67F6D}" srcOrd="0" destOrd="0" presId="urn:microsoft.com/office/officeart/2005/8/layout/cycle6"/>
    <dgm:cxn modelId="{E2C8883B-B790-45E7-AEE9-2939D0D5DFFC}" type="presOf" srcId="{C4E98A35-3208-432A-9A14-1171B25C6184}" destId="{EE6BB37C-BA8E-4EDF-865F-A61E4C09A9E6}" srcOrd="0" destOrd="0" presId="urn:microsoft.com/office/officeart/2005/8/layout/cycle6"/>
    <dgm:cxn modelId="{A9A4BB5B-A1F7-4D20-B337-272126B235FD}" type="presOf" srcId="{6E43B786-BE5E-4B72-BC29-B1C43FEFFBBB}" destId="{E2DCF117-75AD-4744-813E-73B61DA301F8}" srcOrd="0" destOrd="0" presId="urn:microsoft.com/office/officeart/2005/8/layout/cycle6"/>
    <dgm:cxn modelId="{7C503A6A-0D68-4C8F-8FD3-422F207D05A4}" type="presOf" srcId="{D81FCE24-BDF4-4C55-B609-0BE042334FED}" destId="{BE016327-DBFF-4C17-8F5D-D187F6CFC204}" srcOrd="0" destOrd="0" presId="urn:microsoft.com/office/officeart/2005/8/layout/cycle6"/>
    <dgm:cxn modelId="{65755E6F-11F9-4FB6-84E5-680E37AF9FE0}" srcId="{B9F57433-CA22-4F25-A82F-BEE9DCB5F174}" destId="{8F1F4A05-6AAC-49FE-8A1B-3799126553D8}" srcOrd="1" destOrd="0" parTransId="{E5D236CF-17A8-427D-AFF6-1CAC357CEEF7}" sibTransId="{96F35A79-5335-42F2-8EDF-53E87F0BE2FA}"/>
    <dgm:cxn modelId="{674D467E-260B-4476-B1BD-6B4747BEE692}" srcId="{B9F57433-CA22-4F25-A82F-BEE9DCB5F174}" destId="{C4E98A35-3208-432A-9A14-1171B25C6184}" srcOrd="2" destOrd="0" parTransId="{AE91E262-6018-4078-9A0B-F11C962BC08A}" sibTransId="{869ABFFA-7842-41A1-9C1C-209664C74BA6}"/>
    <dgm:cxn modelId="{AD468E81-7353-4DFC-975F-B1F2FAF49B71}" type="presOf" srcId="{96F35A79-5335-42F2-8EDF-53E87F0BE2FA}" destId="{8405B2A8-1DD2-4EC4-8E80-113EC4D1349D}" srcOrd="0" destOrd="0" presId="urn:microsoft.com/office/officeart/2005/8/layout/cycle6"/>
    <dgm:cxn modelId="{8276CB8F-530E-46C8-AE71-D153E50F3AD1}" type="presOf" srcId="{B9F57433-CA22-4F25-A82F-BEE9DCB5F174}" destId="{F0DB47A5-C0A0-4E41-A3F1-FBD8D68D1C67}" srcOrd="0" destOrd="0" presId="urn:microsoft.com/office/officeart/2005/8/layout/cycle6"/>
    <dgm:cxn modelId="{6CC39D9D-AAD1-41F3-BE2F-B3D461D0E140}" type="presOf" srcId="{7CC59F8F-DC76-4749-B74C-53578DD4E825}" destId="{826B340B-64BD-4545-931C-3B59DBFBDCFD}" srcOrd="0" destOrd="0" presId="urn:microsoft.com/office/officeart/2005/8/layout/cycle6"/>
    <dgm:cxn modelId="{ED549FBB-4FE6-4870-8767-8A3A7B95D222}" srcId="{B9F57433-CA22-4F25-A82F-BEE9DCB5F174}" destId="{D81FCE24-BDF4-4C55-B609-0BE042334FED}" srcOrd="3" destOrd="0" parTransId="{DBD660E9-715F-4B2D-B128-DCB7BAFF2222}" sibTransId="{6E43B786-BE5E-4B72-BC29-B1C43FEFFBBB}"/>
    <dgm:cxn modelId="{8F77FFC2-711C-4FCC-BB49-9063F869C361}" type="presOf" srcId="{8F1F4A05-6AAC-49FE-8A1B-3799126553D8}" destId="{75FA0CAA-FC9E-4262-B785-1C6CCCA607CA}" srcOrd="0" destOrd="0" presId="urn:microsoft.com/office/officeart/2005/8/layout/cycle6"/>
    <dgm:cxn modelId="{54E50DCB-B70A-4917-BBB6-5E546CC9DD71}" type="presOf" srcId="{869ABFFA-7842-41A1-9C1C-209664C74BA6}" destId="{2B8217B6-1BC9-4416-BBCD-AC572A4E999E}" srcOrd="0" destOrd="0" presId="urn:microsoft.com/office/officeart/2005/8/layout/cycle6"/>
    <dgm:cxn modelId="{6D811ED8-2D74-46FC-B053-780FB55CB5B5}" srcId="{B9F57433-CA22-4F25-A82F-BEE9DCB5F174}" destId="{7CC59F8F-DC76-4749-B74C-53578DD4E825}" srcOrd="0" destOrd="0" parTransId="{F9CE228E-B56E-49F3-A8D8-7DF1DC11DAE2}" sibTransId="{B1CC39F7-5768-4FCE-98C7-A2BB488B005D}"/>
    <dgm:cxn modelId="{09CF5CF1-7C1B-407C-940B-711CD5BFCB45}" type="presOf" srcId="{A66E5248-35B3-406A-93E4-BF783E7762F9}" destId="{92FD506E-C6BB-4949-A227-2D1C983E99F6}" srcOrd="0" destOrd="0" presId="urn:microsoft.com/office/officeart/2005/8/layout/cycle6"/>
    <dgm:cxn modelId="{1A8A96FE-6629-4CBC-9EE1-5017C4BE1D40}" type="presOf" srcId="{B1CC39F7-5768-4FCE-98C7-A2BB488B005D}" destId="{B0159A41-6FFA-4BF0-85B6-D0DE4F4A9A60}" srcOrd="0" destOrd="0" presId="urn:microsoft.com/office/officeart/2005/8/layout/cycle6"/>
    <dgm:cxn modelId="{58D2604D-683B-48B8-855B-90DBE1A1A901}" type="presParOf" srcId="{F0DB47A5-C0A0-4E41-A3F1-FBD8D68D1C67}" destId="{826B340B-64BD-4545-931C-3B59DBFBDCFD}" srcOrd="0" destOrd="0" presId="urn:microsoft.com/office/officeart/2005/8/layout/cycle6"/>
    <dgm:cxn modelId="{2E96D33C-D071-4761-A72E-8E19C3411329}" type="presParOf" srcId="{F0DB47A5-C0A0-4E41-A3F1-FBD8D68D1C67}" destId="{065F68DD-623C-4890-8F49-F0E61EA2D543}" srcOrd="1" destOrd="0" presId="urn:microsoft.com/office/officeart/2005/8/layout/cycle6"/>
    <dgm:cxn modelId="{77829868-4463-4CA7-91A5-8F1E3085E94B}" type="presParOf" srcId="{F0DB47A5-C0A0-4E41-A3F1-FBD8D68D1C67}" destId="{B0159A41-6FFA-4BF0-85B6-D0DE4F4A9A60}" srcOrd="2" destOrd="0" presId="urn:microsoft.com/office/officeart/2005/8/layout/cycle6"/>
    <dgm:cxn modelId="{08A4CD07-BBA5-4856-BE10-6A450EE78EA5}" type="presParOf" srcId="{F0DB47A5-C0A0-4E41-A3F1-FBD8D68D1C67}" destId="{75FA0CAA-FC9E-4262-B785-1C6CCCA607CA}" srcOrd="3" destOrd="0" presId="urn:microsoft.com/office/officeart/2005/8/layout/cycle6"/>
    <dgm:cxn modelId="{7F3C54E0-C807-4304-A112-030264065A44}" type="presParOf" srcId="{F0DB47A5-C0A0-4E41-A3F1-FBD8D68D1C67}" destId="{6E2CD045-5A98-4B45-8504-55FDA8BF0A6B}" srcOrd="4" destOrd="0" presId="urn:microsoft.com/office/officeart/2005/8/layout/cycle6"/>
    <dgm:cxn modelId="{DDDAB512-FD28-48C6-A751-44BDBD9A19F3}" type="presParOf" srcId="{F0DB47A5-C0A0-4E41-A3F1-FBD8D68D1C67}" destId="{8405B2A8-1DD2-4EC4-8E80-113EC4D1349D}" srcOrd="5" destOrd="0" presId="urn:microsoft.com/office/officeart/2005/8/layout/cycle6"/>
    <dgm:cxn modelId="{318C43E1-C301-4002-BD5D-09FF13165E4A}" type="presParOf" srcId="{F0DB47A5-C0A0-4E41-A3F1-FBD8D68D1C67}" destId="{EE6BB37C-BA8E-4EDF-865F-A61E4C09A9E6}" srcOrd="6" destOrd="0" presId="urn:microsoft.com/office/officeart/2005/8/layout/cycle6"/>
    <dgm:cxn modelId="{6DE540EE-A8B6-4424-AF6B-F8366C064EA7}" type="presParOf" srcId="{F0DB47A5-C0A0-4E41-A3F1-FBD8D68D1C67}" destId="{CDBE7BCA-7D2A-4761-9F23-3CC5AB2C7DE3}" srcOrd="7" destOrd="0" presId="urn:microsoft.com/office/officeart/2005/8/layout/cycle6"/>
    <dgm:cxn modelId="{E6791514-EDB7-448D-9229-A772CF2E969E}" type="presParOf" srcId="{F0DB47A5-C0A0-4E41-A3F1-FBD8D68D1C67}" destId="{2B8217B6-1BC9-4416-BBCD-AC572A4E999E}" srcOrd="8" destOrd="0" presId="urn:microsoft.com/office/officeart/2005/8/layout/cycle6"/>
    <dgm:cxn modelId="{5FE52BA9-8A65-493F-9B65-DED4A2D5E776}" type="presParOf" srcId="{F0DB47A5-C0A0-4E41-A3F1-FBD8D68D1C67}" destId="{BE016327-DBFF-4C17-8F5D-D187F6CFC204}" srcOrd="9" destOrd="0" presId="urn:microsoft.com/office/officeart/2005/8/layout/cycle6"/>
    <dgm:cxn modelId="{E5BA4ED3-AD5F-4502-8209-CBFC36EAB437}" type="presParOf" srcId="{F0DB47A5-C0A0-4E41-A3F1-FBD8D68D1C67}" destId="{A1BC3EF7-0B6E-4AA9-A080-BCD528CEB0A0}" srcOrd="10" destOrd="0" presId="urn:microsoft.com/office/officeart/2005/8/layout/cycle6"/>
    <dgm:cxn modelId="{5B6B6804-1FB2-4DF7-A2CF-70A8A2A3EB10}" type="presParOf" srcId="{F0DB47A5-C0A0-4E41-A3F1-FBD8D68D1C67}" destId="{E2DCF117-75AD-4744-813E-73B61DA301F8}" srcOrd="11" destOrd="0" presId="urn:microsoft.com/office/officeart/2005/8/layout/cycle6"/>
    <dgm:cxn modelId="{0FBD98FC-747C-4331-B879-D14A9C396CB3}" type="presParOf" srcId="{F0DB47A5-C0A0-4E41-A3F1-FBD8D68D1C67}" destId="{92FD506E-C6BB-4949-A227-2D1C983E99F6}" srcOrd="12" destOrd="0" presId="urn:microsoft.com/office/officeart/2005/8/layout/cycle6"/>
    <dgm:cxn modelId="{03DC606D-02FF-4390-ABC0-5B2729EFD384}" type="presParOf" srcId="{F0DB47A5-C0A0-4E41-A3F1-FBD8D68D1C67}" destId="{33C6A261-F3AD-48C5-AE79-2EE7AF5AC084}" srcOrd="13" destOrd="0" presId="urn:microsoft.com/office/officeart/2005/8/layout/cycle6"/>
    <dgm:cxn modelId="{6D33B499-EB4E-4D6D-ADE7-2F20486FA88D}" type="presParOf" srcId="{F0DB47A5-C0A0-4E41-A3F1-FBD8D68D1C67}" destId="{A379030F-01FD-4F9A-BE1F-43397AC67F6D}" srcOrd="14"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6B340B-64BD-4545-931C-3B59DBFBDCFD}">
      <dsp:nvSpPr>
        <dsp:cNvPr id="0" name=""/>
        <dsp:cNvSpPr/>
      </dsp:nvSpPr>
      <dsp:spPr>
        <a:xfrm>
          <a:off x="1703495" y="1138"/>
          <a:ext cx="1183481" cy="769262"/>
        </a:xfrm>
        <a:prstGeom prst="roundRect">
          <a:avLst/>
        </a:prstGeom>
        <a:solidFill>
          <a:schemeClr val="accent5">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Tap</a:t>
          </a:r>
        </a:p>
      </dsp:txBody>
      <dsp:txXfrm>
        <a:off x="1741047" y="38690"/>
        <a:ext cx="1108377" cy="694158"/>
      </dsp:txXfrm>
    </dsp:sp>
    <dsp:sp modelId="{B0159A41-6FFA-4BF0-85B6-D0DE4F4A9A60}">
      <dsp:nvSpPr>
        <dsp:cNvPr id="0" name=""/>
        <dsp:cNvSpPr/>
      </dsp:nvSpPr>
      <dsp:spPr>
        <a:xfrm>
          <a:off x="756106" y="385769"/>
          <a:ext cx="3078258" cy="3078258"/>
        </a:xfrm>
        <a:custGeom>
          <a:avLst/>
          <a:gdLst/>
          <a:ahLst/>
          <a:cxnLst/>
          <a:rect l="0" t="0" r="0" b="0"/>
          <a:pathLst>
            <a:path>
              <a:moveTo>
                <a:pt x="2139028" y="121722"/>
              </a:moveTo>
              <a:arcTo wR="1539129" hR="1539129" stAng="17576392" swAng="1964982"/>
            </a:path>
          </a:pathLst>
        </a:custGeom>
        <a:noFill/>
        <a:ln w="12700" cap="flat" cmpd="sng" algn="ctr">
          <a:solidFill>
            <a:schemeClr val="accent5">
              <a:hueOff val="0"/>
              <a:satOff val="0"/>
              <a:lumOff val="0"/>
              <a:alphaOff val="0"/>
            </a:schemeClr>
          </a:solidFill>
          <a:prstDash val="solid"/>
          <a:miter lim="800000"/>
        </a:ln>
        <a:effectLst/>
        <a:sp3d z="-110000"/>
      </dsp:spPr>
      <dsp:style>
        <a:lnRef idx="1">
          <a:scrgbClr r="0" g="0" b="0"/>
        </a:lnRef>
        <a:fillRef idx="0">
          <a:scrgbClr r="0" g="0" b="0"/>
        </a:fillRef>
        <a:effectRef idx="0">
          <a:scrgbClr r="0" g="0" b="0"/>
        </a:effectRef>
        <a:fontRef idx="minor"/>
      </dsp:style>
    </dsp:sp>
    <dsp:sp modelId="{75FA0CAA-FC9E-4262-B785-1C6CCCA607CA}">
      <dsp:nvSpPr>
        <dsp:cNvPr id="0" name=""/>
        <dsp:cNvSpPr/>
      </dsp:nvSpPr>
      <dsp:spPr>
        <a:xfrm>
          <a:off x="3167294" y="1064650"/>
          <a:ext cx="1183481" cy="769262"/>
        </a:xfrm>
        <a:prstGeom prst="roundRect">
          <a:avLst/>
        </a:prstGeom>
        <a:solidFill>
          <a:schemeClr val="accent5">
            <a:hueOff val="-3038037"/>
            <a:satOff val="-207"/>
            <a:lumOff val="49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Shower</a:t>
          </a:r>
        </a:p>
      </dsp:txBody>
      <dsp:txXfrm>
        <a:off x="3204846" y="1102202"/>
        <a:ext cx="1108377" cy="694158"/>
      </dsp:txXfrm>
    </dsp:sp>
    <dsp:sp modelId="{8405B2A8-1DD2-4EC4-8E80-113EC4D1349D}">
      <dsp:nvSpPr>
        <dsp:cNvPr id="0" name=""/>
        <dsp:cNvSpPr/>
      </dsp:nvSpPr>
      <dsp:spPr>
        <a:xfrm>
          <a:off x="756106" y="385769"/>
          <a:ext cx="3078258" cy="3078258"/>
        </a:xfrm>
        <a:custGeom>
          <a:avLst/>
          <a:gdLst/>
          <a:ahLst/>
          <a:cxnLst/>
          <a:rect l="0" t="0" r="0" b="0"/>
          <a:pathLst>
            <a:path>
              <a:moveTo>
                <a:pt x="3076118" y="1457993"/>
              </a:moveTo>
              <a:arcTo wR="1539129" hR="1539129" stAng="21418693" swAng="2198950"/>
            </a:path>
          </a:pathLst>
        </a:custGeom>
        <a:noFill/>
        <a:ln w="12700" cap="flat" cmpd="sng" algn="ctr">
          <a:solidFill>
            <a:schemeClr val="accent5">
              <a:hueOff val="-3038037"/>
              <a:satOff val="-207"/>
              <a:lumOff val="490"/>
              <a:alphaOff val="0"/>
            </a:schemeClr>
          </a:solidFill>
          <a:prstDash val="solid"/>
          <a:miter lim="800000"/>
        </a:ln>
        <a:effectLst/>
        <a:sp3d z="-110000"/>
      </dsp:spPr>
      <dsp:style>
        <a:lnRef idx="1">
          <a:scrgbClr r="0" g="0" b="0"/>
        </a:lnRef>
        <a:fillRef idx="0">
          <a:scrgbClr r="0" g="0" b="0"/>
        </a:fillRef>
        <a:effectRef idx="0">
          <a:scrgbClr r="0" g="0" b="0"/>
        </a:effectRef>
        <a:fontRef idx="minor"/>
      </dsp:style>
    </dsp:sp>
    <dsp:sp modelId="{EE6BB37C-BA8E-4EDF-865F-A61E4C09A9E6}">
      <dsp:nvSpPr>
        <dsp:cNvPr id="0" name=""/>
        <dsp:cNvSpPr/>
      </dsp:nvSpPr>
      <dsp:spPr>
        <a:xfrm>
          <a:off x="2608173" y="2785449"/>
          <a:ext cx="1183481" cy="769262"/>
        </a:xfrm>
        <a:prstGeom prst="roundRect">
          <a:avLst/>
        </a:prstGeom>
        <a:solidFill>
          <a:schemeClr val="accent5">
            <a:hueOff val="-6076075"/>
            <a:satOff val="-413"/>
            <a:lumOff val="981"/>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Car</a:t>
          </a:r>
        </a:p>
      </dsp:txBody>
      <dsp:txXfrm>
        <a:off x="2645725" y="2823001"/>
        <a:ext cx="1108377" cy="694158"/>
      </dsp:txXfrm>
    </dsp:sp>
    <dsp:sp modelId="{2B8217B6-1BC9-4416-BBCD-AC572A4E999E}">
      <dsp:nvSpPr>
        <dsp:cNvPr id="0" name=""/>
        <dsp:cNvSpPr/>
      </dsp:nvSpPr>
      <dsp:spPr>
        <a:xfrm>
          <a:off x="920186" y="360836"/>
          <a:ext cx="3078258" cy="3078258"/>
        </a:xfrm>
        <a:custGeom>
          <a:avLst/>
          <a:gdLst/>
          <a:ahLst/>
          <a:cxnLst/>
          <a:rect l="0" t="0" r="0" b="0"/>
          <a:pathLst>
            <a:path>
              <a:moveTo>
                <a:pt x="1680764" y="3071728"/>
              </a:moveTo>
              <a:arcTo wR="1539129" hR="1539129" stAng="5083201" swAng="1603283"/>
            </a:path>
          </a:pathLst>
        </a:custGeom>
        <a:noFill/>
        <a:ln w="12700" cap="flat" cmpd="sng" algn="ctr">
          <a:solidFill>
            <a:schemeClr val="accent5">
              <a:hueOff val="-6076075"/>
              <a:satOff val="-413"/>
              <a:lumOff val="981"/>
              <a:alphaOff val="0"/>
            </a:schemeClr>
          </a:solidFill>
          <a:prstDash val="solid"/>
          <a:miter lim="800000"/>
        </a:ln>
        <a:effectLst/>
        <a:sp3d z="-110000"/>
      </dsp:spPr>
      <dsp:style>
        <a:lnRef idx="1">
          <a:scrgbClr r="0" g="0" b="0"/>
        </a:lnRef>
        <a:fillRef idx="0">
          <a:scrgbClr r="0" g="0" b="0"/>
        </a:fillRef>
        <a:effectRef idx="0">
          <a:scrgbClr r="0" g="0" b="0"/>
        </a:effectRef>
        <a:fontRef idx="minor"/>
      </dsp:style>
    </dsp:sp>
    <dsp:sp modelId="{BE016327-DBFF-4C17-8F5D-D187F6CFC204}">
      <dsp:nvSpPr>
        <dsp:cNvPr id="0" name=""/>
        <dsp:cNvSpPr/>
      </dsp:nvSpPr>
      <dsp:spPr>
        <a:xfrm>
          <a:off x="706461" y="2609956"/>
          <a:ext cx="1183481" cy="769262"/>
        </a:xfrm>
        <a:prstGeom prst="roundRect">
          <a:avLst/>
        </a:prstGeom>
        <a:solidFill>
          <a:schemeClr val="accent5">
            <a:hueOff val="-9114112"/>
            <a:satOff val="-620"/>
            <a:lumOff val="1471"/>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Agriculture</a:t>
          </a:r>
        </a:p>
      </dsp:txBody>
      <dsp:txXfrm>
        <a:off x="744013" y="2647508"/>
        <a:ext cx="1108377" cy="694158"/>
      </dsp:txXfrm>
    </dsp:sp>
    <dsp:sp modelId="{E2DCF117-75AD-4744-813E-73B61DA301F8}">
      <dsp:nvSpPr>
        <dsp:cNvPr id="0" name=""/>
        <dsp:cNvSpPr/>
      </dsp:nvSpPr>
      <dsp:spPr>
        <a:xfrm>
          <a:off x="851385" y="404004"/>
          <a:ext cx="3078258" cy="3078258"/>
        </a:xfrm>
        <a:custGeom>
          <a:avLst/>
          <a:gdLst/>
          <a:ahLst/>
          <a:cxnLst/>
          <a:rect l="0" t="0" r="0" b="0"/>
          <a:pathLst>
            <a:path>
              <a:moveTo>
                <a:pt x="148544" y="2198822"/>
              </a:moveTo>
              <a:arcTo wR="1539129" hR="1539129" stAng="9277222" swAng="1749285"/>
            </a:path>
          </a:pathLst>
        </a:custGeom>
        <a:noFill/>
        <a:ln w="12700" cap="flat" cmpd="sng" algn="ctr">
          <a:solidFill>
            <a:schemeClr val="accent5">
              <a:hueOff val="-9114112"/>
              <a:satOff val="-620"/>
              <a:lumOff val="1471"/>
              <a:alphaOff val="0"/>
            </a:schemeClr>
          </a:solidFill>
          <a:prstDash val="solid"/>
          <a:miter lim="800000"/>
        </a:ln>
        <a:effectLst/>
        <a:sp3d z="-110000"/>
      </dsp:spPr>
      <dsp:style>
        <a:lnRef idx="1">
          <a:scrgbClr r="0" g="0" b="0"/>
        </a:lnRef>
        <a:fillRef idx="0">
          <a:scrgbClr r="0" g="0" b="0"/>
        </a:fillRef>
        <a:effectRef idx="0">
          <a:scrgbClr r="0" g="0" b="0"/>
        </a:effectRef>
        <a:fontRef idx="minor"/>
      </dsp:style>
    </dsp:sp>
    <dsp:sp modelId="{92FD506E-C6BB-4949-A227-2D1C983E99F6}">
      <dsp:nvSpPr>
        <dsp:cNvPr id="0" name=""/>
        <dsp:cNvSpPr/>
      </dsp:nvSpPr>
      <dsp:spPr>
        <a:xfrm>
          <a:off x="341298" y="1064652"/>
          <a:ext cx="1183481" cy="769262"/>
        </a:xfrm>
        <a:prstGeom prst="roundRect">
          <a:avLst/>
        </a:prstGeom>
        <a:solidFill>
          <a:schemeClr val="accent5">
            <a:hueOff val="-12152150"/>
            <a:satOff val="-826"/>
            <a:lumOff val="1961"/>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 Factory</a:t>
          </a:r>
        </a:p>
      </dsp:txBody>
      <dsp:txXfrm>
        <a:off x="378850" y="1102204"/>
        <a:ext cx="1108377" cy="694158"/>
      </dsp:txXfrm>
    </dsp:sp>
    <dsp:sp modelId="{A379030F-01FD-4F9A-BE1F-43397AC67F6D}">
      <dsp:nvSpPr>
        <dsp:cNvPr id="0" name=""/>
        <dsp:cNvSpPr/>
      </dsp:nvSpPr>
      <dsp:spPr>
        <a:xfrm>
          <a:off x="926644" y="302043"/>
          <a:ext cx="3078258" cy="3078258"/>
        </a:xfrm>
        <a:custGeom>
          <a:avLst/>
          <a:gdLst/>
          <a:ahLst/>
          <a:cxnLst/>
          <a:rect l="0" t="0" r="0" b="0"/>
          <a:pathLst>
            <a:path>
              <a:moveTo>
                <a:pt x="214283" y="755737"/>
              </a:moveTo>
              <a:arcTo wR="1539129" hR="1539129" stAng="12635769" swAng="1765190"/>
            </a:path>
          </a:pathLst>
        </a:custGeom>
        <a:noFill/>
        <a:ln w="12700" cap="flat" cmpd="sng" algn="ctr">
          <a:solidFill>
            <a:schemeClr val="accent5">
              <a:hueOff val="-12152150"/>
              <a:satOff val="-826"/>
              <a:lumOff val="1961"/>
              <a:alphaOff val="0"/>
            </a:schemeClr>
          </a:solidFill>
          <a:prstDash val="solid"/>
          <a:miter lim="800000"/>
        </a:ln>
        <a:effectLst/>
        <a:sp3d z="-110000"/>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0NoLn">
    <dgm:scene3d>
      <a:camera prst="orthographicFront"/>
      <a:lightRig rig="threePt" dir="t"/>
    </dgm:scene3d>
    <dgm:sp3d extrusionH="50600" prstMaterial="plastic">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1NoLn">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ltNode1NoLn">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NoLn">
    <dgm:scene3d>
      <a:camera prst="orthographicFront"/>
      <a:lightRig rig="threePt" dir="t"/>
    </dgm:scene3d>
    <dgm:sp3d extrusionH="50600" prstMaterial="plastic">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NoLn">
    <dgm:scene3d>
      <a:camera prst="orthographicFront"/>
      <a:lightRig rig="threePt" dir="t"/>
    </dgm:scene3d>
    <dgm:sp3d extrusionH="50600" prstMaterial="plastic">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NoLn">
    <dgm:scene3d>
      <a:camera prst="orthographicFront"/>
      <a:lightRig rig="threePt" dir="t"/>
    </dgm:scene3d>
    <dgm:sp3d extrusionH="50600" prstMaterial="plastic">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dk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8E3B78-7275-44C1-B3F8-3BD45336972C}" type="datetimeFigureOut">
              <a:rPr lang="en-IN" smtClean="0"/>
              <a:t>18-09-2026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FCEDE3-5727-44BC-B4A7-B9E46AF3AECE}" type="slidenum">
              <a:rPr lang="en-IN" smtClean="0"/>
              <a:t>‹#›</a:t>
            </a:fld>
            <a:endParaRPr lang="en-IN"/>
          </a:p>
        </p:txBody>
      </p:sp>
    </p:spTree>
    <p:extLst>
      <p:ext uri="{BB962C8B-B14F-4D97-AF65-F5344CB8AC3E}">
        <p14:creationId xmlns:p14="http://schemas.microsoft.com/office/powerpoint/2010/main" val="185841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B36B8-29B1-4EC5-9E39-FBE44594C5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1DF59A3-2C0A-DE00-2232-0782F49F0D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9090E6-3923-5FF3-826E-4025D31664B4}"/>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5" name="Footer Placeholder 4">
            <a:extLst>
              <a:ext uri="{FF2B5EF4-FFF2-40B4-BE49-F238E27FC236}">
                <a16:creationId xmlns:a16="http://schemas.microsoft.com/office/drawing/2014/main" id="{D65F6D40-F2B4-E9D3-38F6-8636A4FD0C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B32AE1-D445-213B-713D-679A72E280B0}"/>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266260672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20AE-6644-86F7-7EA6-B7BFBC987E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024CF7-F591-41F9-2FC1-AC22AB4929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427C8A-1150-4B49-7996-1F7A3CF3FB2C}"/>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5" name="Footer Placeholder 4">
            <a:extLst>
              <a:ext uri="{FF2B5EF4-FFF2-40B4-BE49-F238E27FC236}">
                <a16:creationId xmlns:a16="http://schemas.microsoft.com/office/drawing/2014/main" id="{82FF353F-7351-A6BB-3237-E38BA9AADC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56045C-8A8D-476F-BBEF-EAEAB2C2F202}"/>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40878221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A22CE-3E1A-086B-91AD-7D630A5AB7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F3FEE5-7417-E358-CB6A-04CF58BBC6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F0309B-DF88-4E0E-2EDA-D9E6FC2B3427}"/>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5" name="Footer Placeholder 4">
            <a:extLst>
              <a:ext uri="{FF2B5EF4-FFF2-40B4-BE49-F238E27FC236}">
                <a16:creationId xmlns:a16="http://schemas.microsoft.com/office/drawing/2014/main" id="{EB9305CE-EEC4-ED9F-0376-9D2EF8137F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BBF0AF-419B-7941-0F74-AF374450B756}"/>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35129330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A4254-D44E-7406-ECC5-66847085F1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1DB035-B67C-6F4F-E65B-19D9967B2A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0D0F539-45B8-CE13-A57A-FB2742DB43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F6609B-8884-C051-FBBA-E02048CF7D43}"/>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6" name="Footer Placeholder 5">
            <a:extLst>
              <a:ext uri="{FF2B5EF4-FFF2-40B4-BE49-F238E27FC236}">
                <a16:creationId xmlns:a16="http://schemas.microsoft.com/office/drawing/2014/main" id="{2FF9F108-7015-967F-5D93-BBEE71BE32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1A6BD6-C7C8-42A6-6040-2C995A87E37A}"/>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272987152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5ED75-5A6F-DA44-AE10-857B9A950A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C1AB3F-833D-5691-61CE-C076FD69AD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59FBE7-0B67-7522-46EB-C182C2909F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2F490D-D960-E4D8-2685-F62DC02B4E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A784D6-DC94-9FB5-D7E5-0E61D50556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C8D0498-DD0D-97F7-81FB-EC6247FE1734}"/>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8" name="Footer Placeholder 7">
            <a:extLst>
              <a:ext uri="{FF2B5EF4-FFF2-40B4-BE49-F238E27FC236}">
                <a16:creationId xmlns:a16="http://schemas.microsoft.com/office/drawing/2014/main" id="{401C5FA9-4745-EBD3-BDA2-763A76C6E27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3AD5644-8088-49FF-8606-CED5DDC3E01A}"/>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40334114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030E-EB22-BE69-0C1D-0B30FB4964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CD4A37-8C95-FB5D-F8EC-0890E318546A}"/>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4" name="Footer Placeholder 3">
            <a:extLst>
              <a:ext uri="{FF2B5EF4-FFF2-40B4-BE49-F238E27FC236}">
                <a16:creationId xmlns:a16="http://schemas.microsoft.com/office/drawing/2014/main" id="{05447E07-A342-4663-2B80-6D051B123A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0F894EA-E026-CA84-31C6-464FBCBC7292}"/>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149189143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26ED5C-521D-01A2-B7AB-892F0EC32485}"/>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3" name="Footer Placeholder 2">
            <a:extLst>
              <a:ext uri="{FF2B5EF4-FFF2-40B4-BE49-F238E27FC236}">
                <a16:creationId xmlns:a16="http://schemas.microsoft.com/office/drawing/2014/main" id="{6BF7AB28-114D-2D6A-B9D9-371543EB74D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C1F645-EDB8-D245-AE52-A3EC72703493}"/>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286633309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9D279-42FE-CE6E-A3C3-A7EE79F39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C0CAE0-DB90-160F-0499-4977DE6AB2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7DDBE6-EE90-9AEF-CCFF-A097958BA8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B6296F-87E5-4435-926E-A3FE872BB01C}"/>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6" name="Footer Placeholder 5">
            <a:extLst>
              <a:ext uri="{FF2B5EF4-FFF2-40B4-BE49-F238E27FC236}">
                <a16:creationId xmlns:a16="http://schemas.microsoft.com/office/drawing/2014/main" id="{56440852-8295-688C-DCD1-3FD8C6959F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DABE06-D4C9-9504-6DE6-F83992B3E671}"/>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4809698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B2B3D-F9EB-F7B2-E300-245A7010F5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3BC1127-AD83-E8A8-D4B6-13407667B6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ACE65FC-7E7C-9111-72BC-A8FF4A8FD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486817-FC2B-9536-320D-21DBA48DD3E2}"/>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6" name="Footer Placeholder 5">
            <a:extLst>
              <a:ext uri="{FF2B5EF4-FFF2-40B4-BE49-F238E27FC236}">
                <a16:creationId xmlns:a16="http://schemas.microsoft.com/office/drawing/2014/main" id="{AFCAA613-C1D9-1EEF-204F-983C44C253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9CED33-BAB9-96A9-2072-31411EAD4993}"/>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34087901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5EAC9-1AA8-2241-CFF0-BAF1951657C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7A4E2F-66F4-9E6B-2633-3E8F44DD36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796AE7-6BF3-1D15-DA54-5BA5DF505806}"/>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5" name="Footer Placeholder 4">
            <a:extLst>
              <a:ext uri="{FF2B5EF4-FFF2-40B4-BE49-F238E27FC236}">
                <a16:creationId xmlns:a16="http://schemas.microsoft.com/office/drawing/2014/main" id="{78D8B103-A97B-EA18-2BBD-7145C23811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2DAC87-BED7-5DF2-0888-B5F882484E38}"/>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1246985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6B1E37-16CF-23A8-C8AE-C25B6A4876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20DC89-2F53-5BB3-ED84-95392B00D8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5D65EE-5884-86FD-B94D-578200DB5961}"/>
              </a:ext>
            </a:extLst>
          </p:cNvPr>
          <p:cNvSpPr>
            <a:spLocks noGrp="1"/>
          </p:cNvSpPr>
          <p:nvPr>
            <p:ph type="dt" sz="half" idx="10"/>
          </p:nvPr>
        </p:nvSpPr>
        <p:spPr/>
        <p:txBody>
          <a:bodyPr/>
          <a:lstStyle/>
          <a:p>
            <a:fld id="{1DBE31CE-5B75-4706-99E7-A55587CF0C98}" type="datetimeFigureOut">
              <a:rPr lang="en-IN" smtClean="0"/>
              <a:t>18-09-2026</a:t>
            </a:fld>
            <a:endParaRPr lang="en-IN"/>
          </a:p>
        </p:txBody>
      </p:sp>
      <p:sp>
        <p:nvSpPr>
          <p:cNvPr id="5" name="Footer Placeholder 4">
            <a:extLst>
              <a:ext uri="{FF2B5EF4-FFF2-40B4-BE49-F238E27FC236}">
                <a16:creationId xmlns:a16="http://schemas.microsoft.com/office/drawing/2014/main" id="{A48CDBCA-C7C2-AE36-42EC-C896CC793E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18D8AA-6C33-AFCD-A97B-ED597AF860B5}"/>
              </a:ext>
            </a:extLst>
          </p:cNvPr>
          <p:cNvSpPr>
            <a:spLocks noGrp="1"/>
          </p:cNvSpPr>
          <p:nvPr>
            <p:ph type="sldNum" sz="quarter" idx="12"/>
          </p:nvPr>
        </p:nvSpPr>
        <p:spPr/>
        <p:txBody>
          <a:bodyPr/>
          <a:lstStyle/>
          <a:p>
            <a:fld id="{D0B3FAF3-B94F-4C77-8C51-21E83C2519B3}" type="slidenum">
              <a:rPr lang="en-IN" smtClean="0"/>
              <a:t>‹#›</a:t>
            </a:fld>
            <a:endParaRPr lang="en-IN"/>
          </a:p>
        </p:txBody>
      </p:sp>
    </p:spTree>
    <p:extLst>
      <p:ext uri="{BB962C8B-B14F-4D97-AF65-F5344CB8AC3E}">
        <p14:creationId xmlns:p14="http://schemas.microsoft.com/office/powerpoint/2010/main" val="220198892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9000" b="-3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FE1E6C-0A75-9946-9F64-99F2D50FBD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310EFC-018A-6836-7C8A-2A992EADFD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63F75D-2A60-2846-C925-BD8D1D6675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BE31CE-5B75-4706-99E7-A55587CF0C98}" type="datetimeFigureOut">
              <a:rPr lang="en-IN" smtClean="0"/>
              <a:t>18-09-2026</a:t>
            </a:fld>
            <a:endParaRPr lang="en-IN"/>
          </a:p>
        </p:txBody>
      </p:sp>
      <p:sp>
        <p:nvSpPr>
          <p:cNvPr id="5" name="Footer Placeholder 4">
            <a:extLst>
              <a:ext uri="{FF2B5EF4-FFF2-40B4-BE49-F238E27FC236}">
                <a16:creationId xmlns:a16="http://schemas.microsoft.com/office/drawing/2014/main" id="{A33C67B8-787A-17F4-F277-F44BAF285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273E3AD-7070-90A5-546D-81E41D985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B3FAF3-B94F-4C77-8C51-21E83C2519B3}" type="slidenum">
              <a:rPr lang="en-IN" smtClean="0"/>
              <a:t>‹#›</a:t>
            </a:fld>
            <a:endParaRPr lang="en-IN"/>
          </a:p>
        </p:txBody>
      </p:sp>
    </p:spTree>
    <p:extLst>
      <p:ext uri="{BB962C8B-B14F-4D97-AF65-F5344CB8AC3E}">
        <p14:creationId xmlns:p14="http://schemas.microsoft.com/office/powerpoint/2010/main" val="648862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hyperlink" Target="https://www.pexels.com/photo/closeup-photo-of-water-drop-932320/" TargetMode="External"/><Relationship Id="rId3" Type="http://schemas.openxmlformats.org/officeDocument/2006/relationships/hyperlink" Target="https://homedesigner8.blogspot.com/2015/03/beautiful-house-design-plans.html" TargetMode="External"/><Relationship Id="rId7" Type="http://schemas.openxmlformats.org/officeDocument/2006/relationships/image" Target="../media/image8.jpg"/><Relationship Id="rId2" Type="http://schemas.openxmlformats.org/officeDocument/2006/relationships/image" Target="../media/image6.jpg"/><Relationship Id="rId1" Type="http://schemas.openxmlformats.org/officeDocument/2006/relationships/slideLayout" Target="../slideLayouts/slideLayout7.xml"/><Relationship Id="rId6" Type="http://schemas.openxmlformats.org/officeDocument/2006/relationships/hyperlink" Target="https://creativecommons.org/licenses/by-nc-nd/3.0/" TargetMode="External"/><Relationship Id="rId5" Type="http://schemas.openxmlformats.org/officeDocument/2006/relationships/hyperlink" Target="https://engetea-happy.tistory.com/entry/%EA%B0%80%EC%95%95%ED%8E%8C%ED%94%84-%EC%9B%90%EB%A6%AC%EC%99%80-%EC%82%AC%EC%9A%A9%EB%B2%95-%EC%95%8C%EC%95%84%EB%B3%B4%EA%B8%B0" TargetMode="Externa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hyperlink" Target="https://www.wallpaperflare.com/agriculture-fields-cornfield-land-farmland-crops-wallpaper-mbtmu" TargetMode="External"/><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maken.wikiwijs.nl/87261/Waterverdeling" TargetMode="External"/><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2BFA12-A152-CFAB-052B-FA50BE13B51F}"/>
              </a:ext>
            </a:extLst>
          </p:cNvPr>
          <p:cNvSpPr txBox="1"/>
          <p:nvPr/>
        </p:nvSpPr>
        <p:spPr>
          <a:xfrm>
            <a:off x="2858653" y="369455"/>
            <a:ext cx="7490693" cy="1754326"/>
          </a:xfrm>
          <a:prstGeom prst="rect">
            <a:avLst/>
          </a:prstGeom>
          <a:noFill/>
        </p:spPr>
        <p:txBody>
          <a:bodyPr wrap="square" rtlCol="0">
            <a:spAutoFit/>
          </a:bodyPr>
          <a:lstStyle/>
          <a:p>
            <a:r>
              <a:rPr lang="en-IN" sz="5400" b="1" i="1" dirty="0"/>
              <a:t>SAVE WATER </a:t>
            </a:r>
          </a:p>
          <a:p>
            <a:r>
              <a:rPr lang="en-IN" sz="5400" b="1" i="1" dirty="0"/>
              <a:t>                      SAVE LIFE</a:t>
            </a:r>
          </a:p>
        </p:txBody>
      </p:sp>
      <p:sp>
        <p:nvSpPr>
          <p:cNvPr id="6" name="TextBox 5">
            <a:extLst>
              <a:ext uri="{FF2B5EF4-FFF2-40B4-BE49-F238E27FC236}">
                <a16:creationId xmlns:a16="http://schemas.microsoft.com/office/drawing/2014/main" id="{57D92F74-38D5-5596-1150-A2240C8122A5}"/>
              </a:ext>
            </a:extLst>
          </p:cNvPr>
          <p:cNvSpPr txBox="1"/>
          <p:nvPr/>
        </p:nvSpPr>
        <p:spPr>
          <a:xfrm>
            <a:off x="4354944" y="4664364"/>
            <a:ext cx="3482110" cy="1015663"/>
          </a:xfrm>
          <a:prstGeom prst="rect">
            <a:avLst/>
          </a:prstGeom>
          <a:noFill/>
        </p:spPr>
        <p:txBody>
          <a:bodyPr wrap="square" rtlCol="0">
            <a:spAutoFit/>
          </a:bodyPr>
          <a:lstStyle/>
          <a:p>
            <a:r>
              <a:rPr lang="en-IN" sz="2000" i="1" dirty="0">
                <a:latin typeface="Book Antiqua" panose="02040602050305030304" pitchFamily="18" charset="0"/>
              </a:rPr>
              <a:t>Presented By: Deepa</a:t>
            </a:r>
          </a:p>
          <a:p>
            <a:r>
              <a:rPr lang="en-IN" sz="2000" i="1" dirty="0">
                <a:latin typeface="Book Antiqua" panose="02040602050305030304" pitchFamily="18" charset="0"/>
              </a:rPr>
              <a:t>Trade: AIPA</a:t>
            </a:r>
          </a:p>
          <a:p>
            <a:r>
              <a:rPr lang="en-IN" sz="2000" i="1" dirty="0">
                <a:latin typeface="Book Antiqua" panose="02040602050305030304" pitchFamily="18" charset="0"/>
              </a:rPr>
              <a:t>Institute: NSTI(W) Allahabad               </a:t>
            </a:r>
          </a:p>
        </p:txBody>
      </p:sp>
      <p:pic>
        <p:nvPicPr>
          <p:cNvPr id="10" name="Picture 9">
            <a:extLst>
              <a:ext uri="{FF2B5EF4-FFF2-40B4-BE49-F238E27FC236}">
                <a16:creationId xmlns:a16="http://schemas.microsoft.com/office/drawing/2014/main" id="{DDE54E87-55D5-7A89-F887-2F6F872AF5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6428" y="2193636"/>
            <a:ext cx="4064926" cy="2286521"/>
          </a:xfrm>
          <a:prstGeom prst="rect">
            <a:avLst/>
          </a:prstGeom>
        </p:spPr>
      </p:pic>
      <p:pic>
        <p:nvPicPr>
          <p:cNvPr id="11" name="WhatsApp Audio 2026-09-16 at 2.50.28 PM">
            <a:hlinkClick r:id="" action="ppaction://media"/>
            <a:extLst>
              <a:ext uri="{FF2B5EF4-FFF2-40B4-BE49-F238E27FC236}">
                <a16:creationId xmlns:a16="http://schemas.microsoft.com/office/drawing/2014/main" id="{7D166297-7E7C-1864-550A-9EAB93FC9FE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06829" y="6291943"/>
            <a:ext cx="609600" cy="566057"/>
          </a:xfrm>
          <a:prstGeom prst="rect">
            <a:avLst/>
          </a:prstGeom>
        </p:spPr>
      </p:pic>
    </p:spTree>
    <p:extLst>
      <p:ext uri="{BB962C8B-B14F-4D97-AF65-F5344CB8AC3E}">
        <p14:creationId xmlns:p14="http://schemas.microsoft.com/office/powerpoint/2010/main" val="120376241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barn(inVertical)">
                                      <p:cBhvr>
                                        <p:cTn id="15" dur="500"/>
                                        <p:tgtEl>
                                          <p:spTgt spid="6">
                                            <p:txEl>
                                              <p:pRg st="0" end="0"/>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Effect transition="in" filter="barn(inVertical)">
                                      <p:cBhvr>
                                        <p:cTn id="18" dur="500"/>
                                        <p:tgtEl>
                                          <p:spTgt spid="6">
                                            <p:txEl>
                                              <p:pRg st="1" end="1"/>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barn(inVertical)">
                                      <p:cBhvr>
                                        <p:cTn id="21" dur="500"/>
                                        <p:tgtEl>
                                          <p:spTgt spid="6">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mediacall" presetSubtype="0" fill="hold" nodeType="clickEffect">
                                  <p:stCondLst>
                                    <p:cond delay="0"/>
                                  </p:stCondLst>
                                  <p:childTnLst>
                                    <p:cmd type="call" cmd="playFrom(0.0)">
                                      <p:cBhvr>
                                        <p:cTn id="31" dur="16699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32" fill="hold" display="0">
                  <p:stCondLst>
                    <p:cond delay="indefinite"/>
                  </p:stCondLst>
                  <p:endCondLst>
                    <p:cond evt="onStopAudio" delay="0">
                      <p:tgtEl>
                        <p:sldTgt/>
                      </p:tgtEl>
                    </p:cond>
                  </p:endCondLst>
                </p:cTn>
                <p:tgtEl>
                  <p:spTgt spid="11"/>
                </p:tgtEl>
              </p:cMediaNode>
            </p:audio>
          </p:childTnLst>
        </p:cTn>
      </p:par>
    </p:tnLst>
    <p:bldLst>
      <p:bldP spid="6"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61155E-C377-09DD-2845-F3BDBA1251D0}"/>
              </a:ext>
            </a:extLst>
          </p:cNvPr>
          <p:cNvSpPr txBox="1"/>
          <p:nvPr/>
        </p:nvSpPr>
        <p:spPr>
          <a:xfrm>
            <a:off x="3260437" y="434109"/>
            <a:ext cx="5514109" cy="523220"/>
          </a:xfrm>
          <a:prstGeom prst="rect">
            <a:avLst/>
          </a:prstGeom>
          <a:noFill/>
        </p:spPr>
        <p:txBody>
          <a:bodyPr wrap="square" rtlCol="0">
            <a:spAutoFit/>
          </a:bodyPr>
          <a:lstStyle/>
          <a:p>
            <a:pPr marL="457200" indent="-457200" algn="ctr">
              <a:buFont typeface="Wingdings" panose="05000000000000000000" pitchFamily="2" charset="2"/>
              <a:buChar char="Ø"/>
            </a:pPr>
            <a:r>
              <a:rPr lang="en-IN" sz="2800" b="1" dirty="0">
                <a:latin typeface="Book Antiqua" panose="02040602050305030304" pitchFamily="18" charset="0"/>
              </a:rPr>
              <a:t>Importance Of Water</a:t>
            </a:r>
          </a:p>
        </p:txBody>
      </p:sp>
      <p:sp>
        <p:nvSpPr>
          <p:cNvPr id="3" name="TextBox 2">
            <a:extLst>
              <a:ext uri="{FF2B5EF4-FFF2-40B4-BE49-F238E27FC236}">
                <a16:creationId xmlns:a16="http://schemas.microsoft.com/office/drawing/2014/main" id="{D8C07358-2406-FACB-06D5-C18165530B6B}"/>
              </a:ext>
            </a:extLst>
          </p:cNvPr>
          <p:cNvSpPr txBox="1"/>
          <p:nvPr/>
        </p:nvSpPr>
        <p:spPr>
          <a:xfrm>
            <a:off x="554183" y="1600829"/>
            <a:ext cx="5412507" cy="2862322"/>
          </a:xfrm>
          <a:prstGeom prst="rect">
            <a:avLst/>
          </a:prstGeom>
          <a:noFill/>
        </p:spPr>
        <p:txBody>
          <a:bodyPr wrap="square" rtlCol="0">
            <a:spAutoFit/>
          </a:bodyPr>
          <a:lstStyle/>
          <a:p>
            <a:pPr marL="285750" indent="-285750">
              <a:buFont typeface="Wingdings" panose="05000000000000000000" pitchFamily="2" charset="2"/>
              <a:buChar char="§"/>
            </a:pPr>
            <a:r>
              <a:rPr lang="en-US" sz="2000" dirty="0">
                <a:latin typeface="Book Antiqua" panose="02040602050305030304" pitchFamily="18" charset="0"/>
              </a:rPr>
              <a:t>Water is essential for all living organisms.</a:t>
            </a:r>
          </a:p>
          <a:p>
            <a:pPr marL="285750" indent="-285750">
              <a:buFont typeface="Wingdings" panose="05000000000000000000" pitchFamily="2" charset="2"/>
              <a:buChar char="§"/>
            </a:pPr>
            <a:r>
              <a:rPr lang="en-US" sz="2000" dirty="0">
                <a:latin typeface="Book Antiqua" panose="02040602050305030304" pitchFamily="18" charset="0"/>
              </a:rPr>
              <a:t>It is necessary for drinking and cooking.</a:t>
            </a:r>
          </a:p>
          <a:p>
            <a:pPr marL="285750" indent="-285750">
              <a:buFont typeface="Wingdings" panose="05000000000000000000" pitchFamily="2" charset="2"/>
              <a:buChar char="§"/>
            </a:pPr>
            <a:r>
              <a:rPr lang="en-US" sz="2000" dirty="0">
                <a:latin typeface="Book Antiqua" panose="02040602050305030304" pitchFamily="18" charset="0"/>
              </a:rPr>
              <a:t>Water is important for agriculture and food production.</a:t>
            </a:r>
          </a:p>
          <a:p>
            <a:pPr marL="285750" indent="-285750">
              <a:buFont typeface="Wingdings" panose="05000000000000000000" pitchFamily="2" charset="2"/>
              <a:buChar char="§"/>
            </a:pPr>
            <a:r>
              <a:rPr lang="en-US" sz="2000" dirty="0">
                <a:latin typeface="Book Antiqua" panose="02040602050305030304" pitchFamily="18" charset="0"/>
              </a:rPr>
              <a:t>Industries use water for many processes.</a:t>
            </a:r>
          </a:p>
          <a:p>
            <a:pPr marL="285750" indent="-285750">
              <a:buFont typeface="Wingdings" panose="05000000000000000000" pitchFamily="2" charset="2"/>
              <a:buChar char="§"/>
            </a:pPr>
            <a:r>
              <a:rPr lang="en-US" sz="2000" dirty="0">
                <a:latin typeface="Book Antiqua" panose="02040602050305030304" pitchFamily="18" charset="0"/>
              </a:rPr>
              <a:t>Clean water helps maintain good health and hygiene.</a:t>
            </a:r>
          </a:p>
          <a:p>
            <a:pPr marL="285750" indent="-285750">
              <a:buFont typeface="Wingdings" panose="05000000000000000000" pitchFamily="2" charset="2"/>
              <a:buChar char="§"/>
            </a:pPr>
            <a:r>
              <a:rPr lang="en-US" sz="2000" dirty="0">
                <a:latin typeface="Book Antiqua" panose="02040602050305030304" pitchFamily="18" charset="0"/>
              </a:rPr>
              <a:t>Water supports plants, animals and ecosystems.</a:t>
            </a:r>
            <a:endParaRPr lang="en-IN" sz="2000" dirty="0">
              <a:latin typeface="Book Antiqua" panose="02040602050305030304" pitchFamily="18" charset="0"/>
            </a:endParaRPr>
          </a:p>
        </p:txBody>
      </p:sp>
      <p:pic>
        <p:nvPicPr>
          <p:cNvPr id="25" name="Picture 24">
            <a:extLst>
              <a:ext uri="{FF2B5EF4-FFF2-40B4-BE49-F238E27FC236}">
                <a16:creationId xmlns:a16="http://schemas.microsoft.com/office/drawing/2014/main" id="{FD73FFE7-6A0C-566D-738B-8B13455C6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2618" y="1761836"/>
            <a:ext cx="4442690" cy="3724563"/>
          </a:xfrm>
          <a:prstGeom prst="rect">
            <a:avLst/>
          </a:prstGeom>
        </p:spPr>
      </p:pic>
    </p:spTree>
    <p:extLst>
      <p:ext uri="{BB962C8B-B14F-4D97-AF65-F5344CB8AC3E}">
        <p14:creationId xmlns:p14="http://schemas.microsoft.com/office/powerpoint/2010/main" val="260953820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D29FA2-CDF4-E0E2-5973-FD16040C4BCA}"/>
              </a:ext>
            </a:extLst>
          </p:cNvPr>
          <p:cNvSpPr txBox="1"/>
          <p:nvPr/>
        </p:nvSpPr>
        <p:spPr>
          <a:xfrm>
            <a:off x="3768436" y="443345"/>
            <a:ext cx="5061528" cy="523220"/>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a:latin typeface="Book Antiqua" panose="02040602050305030304" pitchFamily="18" charset="0"/>
              </a:rPr>
              <a:t>Current Water Challenges</a:t>
            </a:r>
          </a:p>
        </p:txBody>
      </p:sp>
      <p:sp>
        <p:nvSpPr>
          <p:cNvPr id="4" name="TextBox 3">
            <a:extLst>
              <a:ext uri="{FF2B5EF4-FFF2-40B4-BE49-F238E27FC236}">
                <a16:creationId xmlns:a16="http://schemas.microsoft.com/office/drawing/2014/main" id="{B0B828D8-1E80-980D-AB25-50D5CCA8714E}"/>
              </a:ext>
            </a:extLst>
          </p:cNvPr>
          <p:cNvSpPr txBox="1"/>
          <p:nvPr/>
        </p:nvSpPr>
        <p:spPr>
          <a:xfrm>
            <a:off x="757381" y="1736436"/>
            <a:ext cx="4572001" cy="2554545"/>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Book Antiqua" panose="02040602050305030304" pitchFamily="18" charset="0"/>
              </a:rPr>
              <a:t>Increasing water scarcity</a:t>
            </a:r>
          </a:p>
          <a:p>
            <a:pPr marL="342900" indent="-342900">
              <a:buFont typeface="Wingdings" panose="05000000000000000000" pitchFamily="2" charset="2"/>
              <a:buChar char="§"/>
            </a:pPr>
            <a:r>
              <a:rPr lang="en-US" sz="2000" dirty="0">
                <a:latin typeface="Book Antiqua" panose="02040602050305030304" pitchFamily="18" charset="0"/>
              </a:rPr>
              <a:t>Groundwater depletion</a:t>
            </a:r>
          </a:p>
          <a:p>
            <a:pPr marL="342900" indent="-342900">
              <a:buFont typeface="Wingdings" panose="05000000000000000000" pitchFamily="2" charset="2"/>
              <a:buChar char="§"/>
            </a:pPr>
            <a:r>
              <a:rPr lang="en-US" sz="2000" dirty="0">
                <a:latin typeface="Book Antiqua" panose="02040602050305030304" pitchFamily="18" charset="0"/>
              </a:rPr>
              <a:t>Water pollution</a:t>
            </a:r>
          </a:p>
          <a:p>
            <a:pPr marL="342900" indent="-342900">
              <a:buFont typeface="Wingdings" panose="05000000000000000000" pitchFamily="2" charset="2"/>
              <a:buChar char="§"/>
            </a:pPr>
            <a:r>
              <a:rPr lang="en-US" sz="2000" dirty="0">
                <a:latin typeface="Book Antiqua" panose="02040602050305030304" pitchFamily="18" charset="0"/>
              </a:rPr>
              <a:t>Irregular rainfall</a:t>
            </a:r>
          </a:p>
          <a:p>
            <a:pPr marL="342900" indent="-342900">
              <a:buFont typeface="Wingdings" panose="05000000000000000000" pitchFamily="2" charset="2"/>
              <a:buChar char="§"/>
            </a:pPr>
            <a:r>
              <a:rPr lang="en-US" sz="2000" dirty="0">
                <a:latin typeface="Book Antiqua" panose="02040602050305030304" pitchFamily="18" charset="0"/>
              </a:rPr>
              <a:t>Climate change</a:t>
            </a:r>
          </a:p>
          <a:p>
            <a:pPr marL="342900" indent="-342900">
              <a:buFont typeface="Wingdings" panose="05000000000000000000" pitchFamily="2" charset="2"/>
              <a:buChar char="§"/>
            </a:pPr>
            <a:r>
              <a:rPr lang="en-US" sz="2000" dirty="0">
                <a:latin typeface="Book Antiqua" panose="02040602050305030304" pitchFamily="18" charset="0"/>
              </a:rPr>
              <a:t>Unequal access to clean water</a:t>
            </a:r>
          </a:p>
          <a:p>
            <a:pPr marL="342900" indent="-342900">
              <a:buFont typeface="Wingdings" panose="05000000000000000000" pitchFamily="2" charset="2"/>
              <a:buChar char="§"/>
            </a:pPr>
            <a:r>
              <a:rPr lang="en-US" sz="2000" dirty="0">
                <a:latin typeface="Book Antiqua" panose="02040602050305030304" pitchFamily="18" charset="0"/>
              </a:rPr>
              <a:t>Increasing demand due to population growth</a:t>
            </a:r>
            <a:endParaRPr lang="en-IN" sz="2000" dirty="0">
              <a:latin typeface="Book Antiqua" panose="02040602050305030304" pitchFamily="18" charset="0"/>
            </a:endParaRPr>
          </a:p>
        </p:txBody>
      </p:sp>
      <p:pic>
        <p:nvPicPr>
          <p:cNvPr id="6" name="Picture 5">
            <a:extLst>
              <a:ext uri="{FF2B5EF4-FFF2-40B4-BE49-F238E27FC236}">
                <a16:creationId xmlns:a16="http://schemas.microsoft.com/office/drawing/2014/main" id="{2AB0B4CE-EE8E-36C6-7FBF-C38E46AB0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8765" y="1736436"/>
            <a:ext cx="4860384" cy="3278909"/>
          </a:xfrm>
          <a:prstGeom prst="rect">
            <a:avLst/>
          </a:prstGeom>
        </p:spPr>
      </p:pic>
    </p:spTree>
    <p:extLst>
      <p:ext uri="{BB962C8B-B14F-4D97-AF65-F5344CB8AC3E}">
        <p14:creationId xmlns:p14="http://schemas.microsoft.com/office/powerpoint/2010/main" val="348803339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Tm="2000">
        <p15:prstTrans prst="curtains"/>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EAA5C9-91FC-FB52-DD80-689D06CBD852}"/>
              </a:ext>
            </a:extLst>
          </p:cNvPr>
          <p:cNvSpPr txBox="1"/>
          <p:nvPr/>
        </p:nvSpPr>
        <p:spPr>
          <a:xfrm>
            <a:off x="3163454" y="221672"/>
            <a:ext cx="5865091" cy="523220"/>
          </a:xfrm>
          <a:prstGeom prst="rect">
            <a:avLst/>
          </a:prstGeom>
          <a:noFill/>
        </p:spPr>
        <p:txBody>
          <a:bodyPr wrap="square" rtlCol="0">
            <a:spAutoFit/>
          </a:bodyPr>
          <a:lstStyle/>
          <a:p>
            <a:pPr marL="285750" indent="-285750">
              <a:buFont typeface="Wingdings" panose="05000000000000000000" pitchFamily="2" charset="2"/>
              <a:buChar char="Ø"/>
            </a:pPr>
            <a:r>
              <a:rPr lang="en-IN" sz="2800" b="1" dirty="0">
                <a:latin typeface="Book Antiqua" panose="02040602050305030304" pitchFamily="18" charset="0"/>
              </a:rPr>
              <a:t>Major Causes Of Water Wastage</a:t>
            </a:r>
          </a:p>
        </p:txBody>
      </p:sp>
      <p:graphicFrame>
        <p:nvGraphicFramePr>
          <p:cNvPr id="8" name="Diagram 7">
            <a:extLst>
              <a:ext uri="{FF2B5EF4-FFF2-40B4-BE49-F238E27FC236}">
                <a16:creationId xmlns:a16="http://schemas.microsoft.com/office/drawing/2014/main" id="{D1E2927E-B1F3-ECE4-70DC-D542293DD863}"/>
              </a:ext>
            </a:extLst>
          </p:cNvPr>
          <p:cNvGraphicFramePr/>
          <p:nvPr>
            <p:extLst>
              <p:ext uri="{D42A27DB-BD31-4B8C-83A1-F6EECF244321}">
                <p14:modId xmlns:p14="http://schemas.microsoft.com/office/powerpoint/2010/main" val="3831833262"/>
              </p:ext>
            </p:extLst>
          </p:nvPr>
        </p:nvGraphicFramePr>
        <p:xfrm>
          <a:off x="6714837" y="1459345"/>
          <a:ext cx="4590472" cy="3607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DE20F08B-9658-17E7-242C-CDB7E21E309E}"/>
              </a:ext>
            </a:extLst>
          </p:cNvPr>
          <p:cNvSpPr txBox="1"/>
          <p:nvPr/>
        </p:nvSpPr>
        <p:spPr>
          <a:xfrm>
            <a:off x="669636" y="2013528"/>
            <a:ext cx="4987636" cy="1631216"/>
          </a:xfrm>
          <a:prstGeom prst="rect">
            <a:avLst/>
          </a:prstGeom>
          <a:noFill/>
        </p:spPr>
        <p:txBody>
          <a:bodyPr wrap="square" rtlCol="0">
            <a:spAutoFit/>
          </a:bodyPr>
          <a:lstStyle/>
          <a:p>
            <a:r>
              <a:rPr lang="en-US" dirty="0"/>
              <a:t>🚰 </a:t>
            </a:r>
            <a:r>
              <a:rPr lang="en-US" sz="2000" dirty="0">
                <a:latin typeface="Book Antiqua" panose="02040602050305030304" pitchFamily="18" charset="0"/>
              </a:rPr>
              <a:t>Leaking Taps and Pipes</a:t>
            </a:r>
          </a:p>
          <a:p>
            <a:r>
              <a:rPr lang="en-US" sz="2000" dirty="0">
                <a:latin typeface="Book Antiqua" panose="02040602050305030304" pitchFamily="18" charset="0"/>
              </a:rPr>
              <a:t>🚿 Long Showers</a:t>
            </a:r>
          </a:p>
          <a:p>
            <a:r>
              <a:rPr lang="en-US" sz="2000" dirty="0">
                <a:latin typeface="Book Antiqua" panose="02040602050305030304" pitchFamily="18" charset="0"/>
              </a:rPr>
              <a:t>🚗 Washing Vehicles with Excess Water</a:t>
            </a:r>
          </a:p>
          <a:p>
            <a:r>
              <a:rPr lang="en-US" sz="2000" dirty="0">
                <a:latin typeface="Book Antiqua" panose="02040602050305030304" pitchFamily="18" charset="0"/>
              </a:rPr>
              <a:t>🌾 Over-Irrigation</a:t>
            </a:r>
          </a:p>
          <a:p>
            <a:r>
              <a:rPr lang="en-US" sz="2000" dirty="0">
                <a:latin typeface="Book Antiqua" panose="02040602050305030304" pitchFamily="18" charset="0"/>
              </a:rPr>
              <a:t>🏭 Industrial Water</a:t>
            </a:r>
            <a:endParaRPr lang="en-IN" sz="2000" dirty="0">
              <a:latin typeface="Book Antiqua" panose="02040602050305030304" pitchFamily="18" charset="0"/>
            </a:endParaRPr>
          </a:p>
        </p:txBody>
      </p:sp>
    </p:spTree>
    <p:extLst>
      <p:ext uri="{BB962C8B-B14F-4D97-AF65-F5344CB8AC3E}">
        <p14:creationId xmlns:p14="http://schemas.microsoft.com/office/powerpoint/2010/main" val="414832692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xit" presetSubtype="4" fill="hold" grpId="0" nodeType="clickEffect">
                                  <p:stCondLst>
                                    <p:cond delay="0"/>
                                  </p:stCondLst>
                                  <p:childTnLst>
                                    <p:animEffect transition="out" filter="wipe(down)">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8" grpId="0">
        <p:bldAsOne/>
      </p:bldGraphic>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CC4E5F-54DD-A2BA-C51E-F61716B94866}"/>
              </a:ext>
            </a:extLst>
          </p:cNvPr>
          <p:cNvSpPr txBox="1"/>
          <p:nvPr/>
        </p:nvSpPr>
        <p:spPr>
          <a:xfrm>
            <a:off x="2752436" y="554182"/>
            <a:ext cx="5865091" cy="523220"/>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a:latin typeface="Book Antiqua" panose="02040602050305030304" pitchFamily="18" charset="0"/>
              </a:rPr>
              <a:t>Water Conservation Methode</a:t>
            </a:r>
          </a:p>
        </p:txBody>
      </p:sp>
      <p:sp>
        <p:nvSpPr>
          <p:cNvPr id="9" name="TextBox 8">
            <a:extLst>
              <a:ext uri="{FF2B5EF4-FFF2-40B4-BE49-F238E27FC236}">
                <a16:creationId xmlns:a16="http://schemas.microsoft.com/office/drawing/2014/main" id="{DB74A7CC-9E6A-7056-12EA-903E0327068A}"/>
              </a:ext>
            </a:extLst>
          </p:cNvPr>
          <p:cNvSpPr txBox="1"/>
          <p:nvPr/>
        </p:nvSpPr>
        <p:spPr>
          <a:xfrm>
            <a:off x="4498169" y="1502605"/>
            <a:ext cx="2729346" cy="400110"/>
          </a:xfrm>
          <a:prstGeom prst="rect">
            <a:avLst/>
          </a:prstGeom>
          <a:noFill/>
        </p:spPr>
        <p:txBody>
          <a:bodyPr wrap="square" rtlCol="0">
            <a:spAutoFit/>
          </a:bodyPr>
          <a:lstStyle/>
          <a:p>
            <a:r>
              <a:rPr lang="en-IN" sz="2000" dirty="0">
                <a:solidFill>
                  <a:srgbClr val="FFFF00"/>
                </a:solidFill>
                <a:latin typeface="Book Antiqua" panose="02040602050305030304" pitchFamily="18" charset="0"/>
              </a:rPr>
              <a:t>Save Water at Home</a:t>
            </a:r>
          </a:p>
        </p:txBody>
      </p:sp>
      <p:sp>
        <p:nvSpPr>
          <p:cNvPr id="10" name="TextBox 9">
            <a:extLst>
              <a:ext uri="{FF2B5EF4-FFF2-40B4-BE49-F238E27FC236}">
                <a16:creationId xmlns:a16="http://schemas.microsoft.com/office/drawing/2014/main" id="{EC0C9087-DCFB-6CC3-29C9-90180D0E9456}"/>
              </a:ext>
            </a:extLst>
          </p:cNvPr>
          <p:cNvSpPr txBox="1"/>
          <p:nvPr/>
        </p:nvSpPr>
        <p:spPr>
          <a:xfrm>
            <a:off x="946724" y="1502605"/>
            <a:ext cx="2807854" cy="400110"/>
          </a:xfrm>
          <a:prstGeom prst="rect">
            <a:avLst/>
          </a:prstGeom>
          <a:noFill/>
        </p:spPr>
        <p:txBody>
          <a:bodyPr wrap="square" rtlCol="0">
            <a:spAutoFit/>
          </a:bodyPr>
          <a:lstStyle/>
          <a:p>
            <a:r>
              <a:rPr lang="en-IN" sz="2000" dirty="0">
                <a:solidFill>
                  <a:srgbClr val="C00000"/>
                </a:solidFill>
              </a:rPr>
              <a:t>Save Water at School</a:t>
            </a:r>
          </a:p>
        </p:txBody>
      </p:sp>
      <p:sp>
        <p:nvSpPr>
          <p:cNvPr id="11" name="TextBox 10">
            <a:extLst>
              <a:ext uri="{FF2B5EF4-FFF2-40B4-BE49-F238E27FC236}">
                <a16:creationId xmlns:a16="http://schemas.microsoft.com/office/drawing/2014/main" id="{D1E1D805-B9EC-197B-7BCA-625A91435A14}"/>
              </a:ext>
            </a:extLst>
          </p:cNvPr>
          <p:cNvSpPr txBox="1"/>
          <p:nvPr/>
        </p:nvSpPr>
        <p:spPr>
          <a:xfrm>
            <a:off x="8220367" y="1502605"/>
            <a:ext cx="2729346" cy="400110"/>
          </a:xfrm>
          <a:prstGeom prst="rect">
            <a:avLst/>
          </a:prstGeom>
          <a:noFill/>
        </p:spPr>
        <p:txBody>
          <a:bodyPr wrap="square" rtlCol="0">
            <a:spAutoFit/>
          </a:bodyPr>
          <a:lstStyle/>
          <a:p>
            <a:r>
              <a:rPr lang="en-IN" sz="2000" dirty="0">
                <a:solidFill>
                  <a:schemeClr val="accent5">
                    <a:lumMod val="50000"/>
                  </a:schemeClr>
                </a:solidFill>
                <a:latin typeface="Book Antiqua" panose="02040602050305030304" pitchFamily="18" charset="0"/>
              </a:rPr>
              <a:t>Community Action</a:t>
            </a:r>
          </a:p>
        </p:txBody>
      </p:sp>
      <p:sp>
        <p:nvSpPr>
          <p:cNvPr id="12" name="TextBox 11">
            <a:extLst>
              <a:ext uri="{FF2B5EF4-FFF2-40B4-BE49-F238E27FC236}">
                <a16:creationId xmlns:a16="http://schemas.microsoft.com/office/drawing/2014/main" id="{421B17D7-6E3C-96DF-5241-4FDD8F711E8F}"/>
              </a:ext>
            </a:extLst>
          </p:cNvPr>
          <p:cNvSpPr txBox="1"/>
          <p:nvPr/>
        </p:nvSpPr>
        <p:spPr>
          <a:xfrm>
            <a:off x="4498169" y="2062503"/>
            <a:ext cx="3398982" cy="3139321"/>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Book Antiqua" panose="02040602050305030304" pitchFamily="18" charset="0"/>
              </a:rPr>
              <a:t>Turn off the tap while brushing.</a:t>
            </a:r>
          </a:p>
          <a:p>
            <a:pPr marL="285750" indent="-285750">
              <a:buFont typeface="Wingdings" panose="05000000000000000000" pitchFamily="2" charset="2"/>
              <a:buChar char="§"/>
            </a:pPr>
            <a:r>
              <a:rPr lang="en-US" dirty="0">
                <a:latin typeface="Book Antiqua" panose="02040602050305030304" pitchFamily="18" charset="0"/>
              </a:rPr>
              <a:t> Fix leaking taps and pipes.</a:t>
            </a:r>
          </a:p>
          <a:p>
            <a:pPr marL="285750" indent="-285750">
              <a:buFont typeface="Wingdings" panose="05000000000000000000" pitchFamily="2" charset="2"/>
              <a:buChar char="§"/>
            </a:pPr>
            <a:r>
              <a:rPr lang="en-US" dirty="0">
                <a:latin typeface="Book Antiqua" panose="02040602050305030304" pitchFamily="18" charset="0"/>
              </a:rPr>
              <a:t>Take shorter showers.</a:t>
            </a:r>
          </a:p>
          <a:p>
            <a:pPr marL="285750" indent="-285750">
              <a:buFont typeface="Wingdings" panose="05000000000000000000" pitchFamily="2" charset="2"/>
              <a:buChar char="§"/>
            </a:pPr>
            <a:r>
              <a:rPr lang="en-US" dirty="0">
                <a:latin typeface="Book Antiqua" panose="02040602050305030304" pitchFamily="18" charset="0"/>
              </a:rPr>
              <a:t> Reuse water for plants and cleaning.</a:t>
            </a:r>
          </a:p>
          <a:p>
            <a:pPr marL="285750" indent="-285750">
              <a:buFont typeface="Wingdings" panose="05000000000000000000" pitchFamily="2" charset="2"/>
              <a:buChar char="§"/>
            </a:pPr>
            <a:r>
              <a:rPr lang="en-US" dirty="0">
                <a:latin typeface="Book Antiqua" panose="02040602050305030304" pitchFamily="18" charset="0"/>
              </a:rPr>
              <a:t> Use a bucket instead of a hose.</a:t>
            </a:r>
          </a:p>
          <a:p>
            <a:pPr marL="285750" indent="-285750">
              <a:buFont typeface="Wingdings" panose="05000000000000000000" pitchFamily="2" charset="2"/>
              <a:buChar char="§"/>
            </a:pPr>
            <a:r>
              <a:rPr lang="en-US" dirty="0">
                <a:latin typeface="Book Antiqua" panose="02040602050305030304" pitchFamily="18" charset="0"/>
              </a:rPr>
              <a:t>Collect rainwater for gardening.</a:t>
            </a:r>
          </a:p>
          <a:p>
            <a:endParaRPr lang="en-US" dirty="0"/>
          </a:p>
        </p:txBody>
      </p:sp>
      <p:sp>
        <p:nvSpPr>
          <p:cNvPr id="13" name="TextBox 12">
            <a:extLst>
              <a:ext uri="{FF2B5EF4-FFF2-40B4-BE49-F238E27FC236}">
                <a16:creationId xmlns:a16="http://schemas.microsoft.com/office/drawing/2014/main" id="{5889ACEA-CA56-0190-6BE9-D836E6CD8B12}"/>
              </a:ext>
            </a:extLst>
          </p:cNvPr>
          <p:cNvSpPr txBox="1"/>
          <p:nvPr/>
        </p:nvSpPr>
        <p:spPr>
          <a:xfrm>
            <a:off x="725051" y="2062502"/>
            <a:ext cx="3676073" cy="2585323"/>
          </a:xfrm>
          <a:prstGeom prst="rect">
            <a:avLst/>
          </a:prstGeom>
          <a:noFill/>
        </p:spPr>
        <p:txBody>
          <a:bodyPr wrap="square" rtlCol="0">
            <a:spAutoFit/>
          </a:bodyPr>
          <a:lstStyle/>
          <a:p>
            <a:pPr marL="285750" indent="-285750">
              <a:buFont typeface="Wingdings" panose="05000000000000000000" pitchFamily="2" charset="2"/>
              <a:buChar char="§"/>
            </a:pPr>
            <a:r>
              <a:rPr lang="en-US" dirty="0"/>
              <a:t> </a:t>
            </a:r>
            <a:r>
              <a:rPr lang="en-US" dirty="0">
                <a:latin typeface="Book Antiqua" panose="02040602050305030304" pitchFamily="18" charset="0"/>
              </a:rPr>
              <a:t>Turn off taps after use. </a:t>
            </a:r>
          </a:p>
          <a:p>
            <a:pPr marL="285750" indent="-285750">
              <a:buFont typeface="Wingdings" panose="05000000000000000000" pitchFamily="2" charset="2"/>
              <a:buChar char="§"/>
            </a:pPr>
            <a:r>
              <a:rPr lang="en-US" dirty="0">
                <a:latin typeface="Book Antiqua" panose="02040602050305030304" pitchFamily="18" charset="0"/>
              </a:rPr>
              <a:t>Report leaking taps and pipes.</a:t>
            </a:r>
          </a:p>
          <a:p>
            <a:pPr marL="285750" indent="-285750">
              <a:buFont typeface="Wingdings" panose="05000000000000000000" pitchFamily="2" charset="2"/>
              <a:buChar char="§"/>
            </a:pPr>
            <a:r>
              <a:rPr lang="en-US" dirty="0">
                <a:latin typeface="Book Antiqua" panose="02040602050305030304" pitchFamily="18" charset="0"/>
              </a:rPr>
              <a:t>Avoid wasting drinking water.</a:t>
            </a:r>
          </a:p>
          <a:p>
            <a:pPr marL="285750" indent="-285750">
              <a:buFont typeface="Wingdings" panose="05000000000000000000" pitchFamily="2" charset="2"/>
              <a:buChar char="§"/>
            </a:pPr>
            <a:r>
              <a:rPr lang="en-US" dirty="0">
                <a:latin typeface="Book Antiqua" panose="02040602050305030304" pitchFamily="18" charset="0"/>
              </a:rPr>
              <a:t>Use water carefully while cleaning.</a:t>
            </a:r>
          </a:p>
          <a:p>
            <a:pPr marL="285750" indent="-285750">
              <a:buFont typeface="Wingdings" panose="05000000000000000000" pitchFamily="2" charset="2"/>
              <a:buChar char="§"/>
            </a:pPr>
            <a:r>
              <a:rPr lang="en-US" dirty="0">
                <a:latin typeface="Book Antiqua" panose="02040602050305030304" pitchFamily="18" charset="0"/>
              </a:rPr>
              <a:t> Spread awareness among students.</a:t>
            </a:r>
          </a:p>
          <a:p>
            <a:pPr marL="285750" indent="-285750">
              <a:buFont typeface="Wingdings" panose="05000000000000000000" pitchFamily="2" charset="2"/>
              <a:buChar char="§"/>
            </a:pPr>
            <a:r>
              <a:rPr lang="en-US" dirty="0">
                <a:latin typeface="Book Antiqua" panose="02040602050305030304" pitchFamily="18" charset="0"/>
              </a:rPr>
              <a:t>Organize water conservation activities.</a:t>
            </a:r>
            <a:endParaRPr lang="en-IN" dirty="0">
              <a:latin typeface="Book Antiqua" panose="02040602050305030304" pitchFamily="18" charset="0"/>
            </a:endParaRPr>
          </a:p>
        </p:txBody>
      </p:sp>
      <p:sp>
        <p:nvSpPr>
          <p:cNvPr id="14" name="TextBox 13">
            <a:extLst>
              <a:ext uri="{FF2B5EF4-FFF2-40B4-BE49-F238E27FC236}">
                <a16:creationId xmlns:a16="http://schemas.microsoft.com/office/drawing/2014/main" id="{E5CDB4D1-C300-AEF9-9870-834064C01E16}"/>
              </a:ext>
            </a:extLst>
          </p:cNvPr>
          <p:cNvSpPr txBox="1"/>
          <p:nvPr/>
        </p:nvSpPr>
        <p:spPr>
          <a:xfrm>
            <a:off x="7994196" y="2062502"/>
            <a:ext cx="3398982" cy="2862322"/>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Book Antiqua" panose="02040602050305030304" pitchFamily="18" charset="0"/>
              </a:rPr>
              <a:t>Organize water conservation awareness campaigns.</a:t>
            </a:r>
          </a:p>
          <a:p>
            <a:pPr marL="285750" indent="-285750">
              <a:buFont typeface="Wingdings" panose="05000000000000000000" pitchFamily="2" charset="2"/>
              <a:buChar char="§"/>
            </a:pPr>
            <a:r>
              <a:rPr lang="en-US" dirty="0">
                <a:latin typeface="Book Antiqua" panose="02040602050305030304" pitchFamily="18" charset="0"/>
              </a:rPr>
              <a:t> Promote rainwater harvesting.</a:t>
            </a:r>
          </a:p>
          <a:p>
            <a:pPr marL="285750" indent="-285750">
              <a:buFont typeface="Wingdings" panose="05000000000000000000" pitchFamily="2" charset="2"/>
              <a:buChar char="§"/>
            </a:pPr>
            <a:r>
              <a:rPr lang="en-US" dirty="0">
                <a:latin typeface="Book Antiqua" panose="02040602050305030304" pitchFamily="18" charset="0"/>
              </a:rPr>
              <a:t> Keep rivers, ponds and lakes clean.</a:t>
            </a:r>
          </a:p>
          <a:p>
            <a:pPr marL="285750" indent="-285750">
              <a:buFont typeface="Wingdings" panose="05000000000000000000" pitchFamily="2" charset="2"/>
              <a:buChar char="§"/>
            </a:pPr>
            <a:r>
              <a:rPr lang="en-US" dirty="0">
                <a:latin typeface="Book Antiqua" panose="02040602050305030304" pitchFamily="18" charset="0"/>
              </a:rPr>
              <a:t>Encourage people to reduce water wastage.</a:t>
            </a:r>
          </a:p>
          <a:p>
            <a:pPr marL="285750" indent="-285750">
              <a:buFont typeface="Wingdings" panose="05000000000000000000" pitchFamily="2" charset="2"/>
              <a:buChar char="§"/>
            </a:pPr>
            <a:r>
              <a:rPr lang="en-US" dirty="0">
                <a:latin typeface="Book Antiqua" panose="02040602050305030304" pitchFamily="18" charset="0"/>
              </a:rPr>
              <a:t> Plant more trees to protect water resources.</a:t>
            </a:r>
            <a:endParaRPr lang="en-IN" dirty="0">
              <a:latin typeface="Book Antiqua" panose="02040602050305030304" pitchFamily="18" charset="0"/>
            </a:endParaRPr>
          </a:p>
        </p:txBody>
      </p:sp>
    </p:spTree>
    <p:extLst>
      <p:ext uri="{BB962C8B-B14F-4D97-AF65-F5344CB8AC3E}">
        <p14:creationId xmlns:p14="http://schemas.microsoft.com/office/powerpoint/2010/main" val="348847789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randombar(horizontal)">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circle(in)">
                                      <p:cBhvr>
                                        <p:cTn id="31" dur="20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ppt_w</p:attrName>
                                        </p:attrNameLst>
                                      </p:cBhvr>
                                      <p:tavLst>
                                        <p:tav tm="0">
                                          <p:val>
                                            <p:fltVal val="0"/>
                                          </p:val>
                                        </p:tav>
                                        <p:tav tm="100000">
                                          <p:val>
                                            <p:strVal val="#ppt_w"/>
                                          </p:val>
                                        </p:tav>
                                      </p:tavLst>
                                    </p:anim>
                                    <p:anim calcmode="lin" valueType="num">
                                      <p:cBhvr>
                                        <p:cTn id="37" dur="1000" fill="hold"/>
                                        <p:tgtEl>
                                          <p:spTgt spid="12"/>
                                        </p:tgtEl>
                                        <p:attrNameLst>
                                          <p:attrName>ppt_h</p:attrName>
                                        </p:attrNameLst>
                                      </p:cBhvr>
                                      <p:tavLst>
                                        <p:tav tm="0">
                                          <p:val>
                                            <p:fltVal val="0"/>
                                          </p:val>
                                        </p:tav>
                                        <p:tav tm="100000">
                                          <p:val>
                                            <p:strVal val="#ppt_h"/>
                                          </p:val>
                                        </p:tav>
                                      </p:tavLst>
                                    </p:anim>
                                    <p:anim calcmode="lin" valueType="num">
                                      <p:cBhvr>
                                        <p:cTn id="38" dur="1000" fill="hold"/>
                                        <p:tgtEl>
                                          <p:spTgt spid="12"/>
                                        </p:tgtEl>
                                        <p:attrNameLst>
                                          <p:attrName>style.rotation</p:attrName>
                                        </p:attrNameLst>
                                      </p:cBhvr>
                                      <p:tavLst>
                                        <p:tav tm="0">
                                          <p:val>
                                            <p:fltVal val="90"/>
                                          </p:val>
                                        </p:tav>
                                        <p:tav tm="100000">
                                          <p:val>
                                            <p:fltVal val="0"/>
                                          </p:val>
                                        </p:tav>
                                      </p:tavLst>
                                    </p:anim>
                                    <p:animEffect transition="in" filter="fade">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P spid="11" grpId="0"/>
      <p:bldP spid="12" grpId="0"/>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16367B-A146-8116-3C90-7DECD299BE5F}"/>
              </a:ext>
            </a:extLst>
          </p:cNvPr>
          <p:cNvSpPr txBox="1"/>
          <p:nvPr/>
        </p:nvSpPr>
        <p:spPr>
          <a:xfrm>
            <a:off x="2789381" y="323273"/>
            <a:ext cx="5606473" cy="523220"/>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a:latin typeface="Book Antiqua" panose="02040602050305030304" pitchFamily="18" charset="0"/>
              </a:rPr>
              <a:t>Water Conservation at Home</a:t>
            </a:r>
          </a:p>
        </p:txBody>
      </p:sp>
      <p:sp>
        <p:nvSpPr>
          <p:cNvPr id="4" name="TextBox 3">
            <a:extLst>
              <a:ext uri="{FF2B5EF4-FFF2-40B4-BE49-F238E27FC236}">
                <a16:creationId xmlns:a16="http://schemas.microsoft.com/office/drawing/2014/main" id="{6164F0B8-13BC-B0F2-FF0C-123D2A58ACEA}"/>
              </a:ext>
            </a:extLst>
          </p:cNvPr>
          <p:cNvSpPr txBox="1"/>
          <p:nvPr/>
        </p:nvSpPr>
        <p:spPr>
          <a:xfrm>
            <a:off x="646545" y="1422400"/>
            <a:ext cx="4830618" cy="2862322"/>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Book Antiqua" panose="02040602050305030304" pitchFamily="18" charset="0"/>
              </a:rPr>
              <a:t>Turn off the tap while brushing.</a:t>
            </a:r>
          </a:p>
          <a:p>
            <a:pPr marL="342900" indent="-342900">
              <a:buFont typeface="Wingdings" panose="05000000000000000000" pitchFamily="2" charset="2"/>
              <a:buChar char="§"/>
            </a:pPr>
            <a:r>
              <a:rPr lang="en-US" sz="2000" dirty="0">
                <a:latin typeface="Book Antiqua" panose="02040602050305030304" pitchFamily="18" charset="0"/>
              </a:rPr>
              <a:t>Take shorter showers.</a:t>
            </a:r>
          </a:p>
          <a:p>
            <a:pPr marL="342900" indent="-342900">
              <a:buFont typeface="Wingdings" panose="05000000000000000000" pitchFamily="2" charset="2"/>
              <a:buChar char="§"/>
            </a:pPr>
            <a:r>
              <a:rPr lang="en-US" sz="2000" dirty="0">
                <a:latin typeface="Book Antiqua" panose="02040602050305030304" pitchFamily="18" charset="0"/>
              </a:rPr>
              <a:t>Repair leaking taps and pipes.</a:t>
            </a:r>
          </a:p>
          <a:p>
            <a:pPr marL="342900" indent="-342900">
              <a:buFont typeface="Wingdings" panose="05000000000000000000" pitchFamily="2" charset="2"/>
              <a:buChar char="§"/>
            </a:pPr>
            <a:r>
              <a:rPr lang="en-US" sz="2000" dirty="0">
                <a:latin typeface="Book Antiqua" panose="02040602050305030304" pitchFamily="18" charset="0"/>
              </a:rPr>
              <a:t>Reuse water whenever possible.</a:t>
            </a:r>
          </a:p>
          <a:p>
            <a:pPr marL="342900" indent="-342900">
              <a:buFont typeface="Wingdings" panose="05000000000000000000" pitchFamily="2" charset="2"/>
              <a:buChar char="§"/>
            </a:pPr>
            <a:r>
              <a:rPr lang="en-US" sz="2000" dirty="0">
                <a:latin typeface="Book Antiqua" panose="02040602050305030304" pitchFamily="18" charset="0"/>
              </a:rPr>
              <a:t>Use a bucket instead of a hose for washing vehicles.</a:t>
            </a:r>
          </a:p>
          <a:p>
            <a:pPr marL="342900" indent="-342900">
              <a:buFont typeface="Wingdings" panose="05000000000000000000" pitchFamily="2" charset="2"/>
              <a:buChar char="§"/>
            </a:pPr>
            <a:r>
              <a:rPr lang="en-US" sz="2000" dirty="0">
                <a:latin typeface="Book Antiqua" panose="02040602050305030304" pitchFamily="18" charset="0"/>
              </a:rPr>
              <a:t>Run washing machines with full loads.</a:t>
            </a:r>
          </a:p>
          <a:p>
            <a:pPr marL="342900" indent="-342900">
              <a:buFont typeface="Wingdings" panose="05000000000000000000" pitchFamily="2" charset="2"/>
              <a:buChar char="§"/>
            </a:pPr>
            <a:r>
              <a:rPr lang="en-US" sz="2000" dirty="0">
                <a:latin typeface="Book Antiqua" panose="02040602050305030304" pitchFamily="18" charset="0"/>
              </a:rPr>
              <a:t>Collect rainwater for gardening.</a:t>
            </a:r>
            <a:endParaRPr lang="en-IN" sz="2000" dirty="0">
              <a:latin typeface="Book Antiqua" panose="02040602050305030304" pitchFamily="18" charset="0"/>
            </a:endParaRPr>
          </a:p>
        </p:txBody>
      </p:sp>
      <p:pic>
        <p:nvPicPr>
          <p:cNvPr id="6" name="Picture 5">
            <a:extLst>
              <a:ext uri="{FF2B5EF4-FFF2-40B4-BE49-F238E27FC236}">
                <a16:creationId xmlns:a16="http://schemas.microsoft.com/office/drawing/2014/main" id="{535B0510-EFAE-1F66-B6F9-BB26DE2C5DD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592617" y="1195041"/>
            <a:ext cx="2437009" cy="2233959"/>
          </a:xfrm>
          <a:prstGeom prst="rect">
            <a:avLst/>
          </a:prstGeom>
        </p:spPr>
      </p:pic>
      <p:pic>
        <p:nvPicPr>
          <p:cNvPr id="9" name="Picture 8">
            <a:extLst>
              <a:ext uri="{FF2B5EF4-FFF2-40B4-BE49-F238E27FC236}">
                <a16:creationId xmlns:a16="http://schemas.microsoft.com/office/drawing/2014/main" id="{FFC2498E-9ED2-F202-AA77-A0622A8FC8BA}"/>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096000" y="4300767"/>
            <a:ext cx="2437009" cy="2233960"/>
          </a:xfrm>
          <a:prstGeom prst="rect">
            <a:avLst/>
          </a:prstGeom>
        </p:spPr>
      </p:pic>
      <p:sp>
        <p:nvSpPr>
          <p:cNvPr id="10" name="TextBox 9">
            <a:extLst>
              <a:ext uri="{FF2B5EF4-FFF2-40B4-BE49-F238E27FC236}">
                <a16:creationId xmlns:a16="http://schemas.microsoft.com/office/drawing/2014/main" id="{255B9C08-893C-E4C4-20F5-BB868A373C01}"/>
              </a:ext>
            </a:extLst>
          </p:cNvPr>
          <p:cNvSpPr txBox="1"/>
          <p:nvPr/>
        </p:nvSpPr>
        <p:spPr>
          <a:xfrm>
            <a:off x="9183287" y="8181296"/>
            <a:ext cx="1891047" cy="369332"/>
          </a:xfrm>
          <a:prstGeom prst="rect">
            <a:avLst/>
          </a:prstGeom>
          <a:noFill/>
        </p:spPr>
        <p:txBody>
          <a:bodyPr wrap="square" rtlCol="0">
            <a:spAutoFit/>
          </a:bodyPr>
          <a:lstStyle/>
          <a:p>
            <a:r>
              <a:rPr lang="en-IN" sz="900">
                <a:hlinkClick r:id="rId5" tooltip="https://engetea-happy.tistory.com/entry/%EA%B0%80%EC%95%95%ED%8E%8C%ED%94%84-%EC%9B%90%EB%A6%AC%EC%99%80-%EC%82%AC%EC%9A%A9%EB%B2%95-%EC%95%8C%EC%95%84%EB%B3%B4%EA%B8%B0"/>
              </a:rPr>
              <a:t>This Photo</a:t>
            </a:r>
            <a:r>
              <a:rPr lang="en-IN" sz="900"/>
              <a:t> by Unknown Author is licensed under </a:t>
            </a:r>
            <a:r>
              <a:rPr lang="en-IN" sz="900">
                <a:hlinkClick r:id="rId6" tooltip="https://creativecommons.org/licenses/by-nc-nd/3.0/"/>
              </a:rPr>
              <a:t>CC BY-NC-ND</a:t>
            </a:r>
            <a:endParaRPr lang="en-IN" sz="900"/>
          </a:p>
        </p:txBody>
      </p:sp>
      <p:pic>
        <p:nvPicPr>
          <p:cNvPr id="17" name="Picture 16">
            <a:extLst>
              <a:ext uri="{FF2B5EF4-FFF2-40B4-BE49-F238E27FC236}">
                <a16:creationId xmlns:a16="http://schemas.microsoft.com/office/drawing/2014/main" id="{BF9893BA-CAB7-7A0E-2DEA-73D0C1A44679}"/>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9108446" y="2198866"/>
            <a:ext cx="2437009" cy="2233959"/>
          </a:xfrm>
          <a:prstGeom prst="rect">
            <a:avLst/>
          </a:prstGeom>
        </p:spPr>
      </p:pic>
    </p:spTree>
    <p:extLst>
      <p:ext uri="{BB962C8B-B14F-4D97-AF65-F5344CB8AC3E}">
        <p14:creationId xmlns:p14="http://schemas.microsoft.com/office/powerpoint/2010/main" val="17590085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EAF03D-A101-828C-6492-54073059DABF}"/>
              </a:ext>
            </a:extLst>
          </p:cNvPr>
          <p:cNvSpPr txBox="1"/>
          <p:nvPr/>
        </p:nvSpPr>
        <p:spPr>
          <a:xfrm>
            <a:off x="3200400" y="434110"/>
            <a:ext cx="5791200" cy="523220"/>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a:latin typeface="Book Antiqua" panose="02040602050305030304" pitchFamily="18" charset="0"/>
              </a:rPr>
              <a:t>Water Conservation Methode</a:t>
            </a:r>
          </a:p>
        </p:txBody>
      </p:sp>
      <p:graphicFrame>
        <p:nvGraphicFramePr>
          <p:cNvPr id="3" name="Table 2">
            <a:extLst>
              <a:ext uri="{FF2B5EF4-FFF2-40B4-BE49-F238E27FC236}">
                <a16:creationId xmlns:a16="http://schemas.microsoft.com/office/drawing/2014/main" id="{C89D17D4-1358-E3FD-72CF-A4B1F619C929}"/>
              </a:ext>
            </a:extLst>
          </p:cNvPr>
          <p:cNvGraphicFramePr>
            <a:graphicFrameLocks noGrp="1"/>
          </p:cNvGraphicFramePr>
          <p:nvPr>
            <p:extLst>
              <p:ext uri="{D42A27DB-BD31-4B8C-83A1-F6EECF244321}">
                <p14:modId xmlns:p14="http://schemas.microsoft.com/office/powerpoint/2010/main" val="1303498670"/>
              </p:ext>
            </p:extLst>
          </p:nvPr>
        </p:nvGraphicFramePr>
        <p:xfrm>
          <a:off x="1699492" y="1790762"/>
          <a:ext cx="4590472" cy="3276474"/>
        </p:xfrm>
        <a:graphic>
          <a:graphicData uri="http://schemas.openxmlformats.org/drawingml/2006/table">
            <a:tbl>
              <a:tblPr firstRow="1" bandRow="1">
                <a:tableStyleId>{0505E3EF-67EA-436B-97B2-0124C06EBD24}</a:tableStyleId>
              </a:tblPr>
              <a:tblGrid>
                <a:gridCol w="2172714">
                  <a:extLst>
                    <a:ext uri="{9D8B030D-6E8A-4147-A177-3AD203B41FA5}">
                      <a16:colId xmlns:a16="http://schemas.microsoft.com/office/drawing/2014/main" val="1489058559"/>
                    </a:ext>
                  </a:extLst>
                </a:gridCol>
                <a:gridCol w="2417758">
                  <a:extLst>
                    <a:ext uri="{9D8B030D-6E8A-4147-A177-3AD203B41FA5}">
                      <a16:colId xmlns:a16="http://schemas.microsoft.com/office/drawing/2014/main" val="1928658697"/>
                    </a:ext>
                  </a:extLst>
                </a:gridCol>
              </a:tblGrid>
              <a:tr h="579710">
                <a:tc>
                  <a:txBody>
                    <a:bodyPr/>
                    <a:lstStyle/>
                    <a:p>
                      <a:pPr algn="ctr"/>
                      <a:r>
                        <a:rPr lang="en-US" dirty="0">
                          <a:solidFill>
                            <a:schemeClr val="tx1"/>
                          </a:solidFill>
                        </a:rPr>
                        <a:t>Traditional Methode</a:t>
                      </a:r>
                    </a:p>
                  </a:txBody>
                  <a:tcPr/>
                </a:tc>
                <a:tc>
                  <a:txBody>
                    <a:bodyPr/>
                    <a:lstStyle/>
                    <a:p>
                      <a:pPr algn="ctr"/>
                      <a:r>
                        <a:rPr lang="en-IN" dirty="0">
                          <a:solidFill>
                            <a:schemeClr val="tx1"/>
                          </a:solidFill>
                        </a:rPr>
                        <a:t>Water –Saving Methode</a:t>
                      </a:r>
                    </a:p>
                  </a:txBody>
                  <a:tcPr/>
                </a:tc>
                <a:extLst>
                  <a:ext uri="{0D108BD9-81ED-4DB2-BD59-A6C34878D82A}">
                    <a16:rowId xmlns:a16="http://schemas.microsoft.com/office/drawing/2014/main" val="1810989567"/>
                  </a:ext>
                </a:extLst>
              </a:tr>
              <a:tr h="658622">
                <a:tc>
                  <a:txBody>
                    <a:bodyPr/>
                    <a:lstStyle/>
                    <a:p>
                      <a:r>
                        <a:rPr lang="en-IN" b="0" dirty="0"/>
                        <a:t>Flood Irrigation</a:t>
                      </a:r>
                    </a:p>
                  </a:txBody>
                  <a:tcPr/>
                </a:tc>
                <a:tc>
                  <a:txBody>
                    <a:bodyPr/>
                    <a:lstStyle/>
                    <a:p>
                      <a:r>
                        <a:rPr lang="en-IN" dirty="0"/>
                        <a:t>Drip Irrigation</a:t>
                      </a:r>
                    </a:p>
                  </a:txBody>
                  <a:tcPr/>
                </a:tc>
                <a:extLst>
                  <a:ext uri="{0D108BD9-81ED-4DB2-BD59-A6C34878D82A}">
                    <a16:rowId xmlns:a16="http://schemas.microsoft.com/office/drawing/2014/main" val="3231058354"/>
                  </a:ext>
                </a:extLst>
              </a:tr>
              <a:tr h="658622">
                <a:tc>
                  <a:txBody>
                    <a:bodyPr/>
                    <a:lstStyle/>
                    <a:p>
                      <a:r>
                        <a:rPr lang="en-IN" dirty="0"/>
                        <a:t>Excess Water Use</a:t>
                      </a:r>
                    </a:p>
                  </a:txBody>
                  <a:tcPr/>
                </a:tc>
                <a:tc>
                  <a:txBody>
                    <a:bodyPr/>
                    <a:lstStyle/>
                    <a:p>
                      <a:r>
                        <a:rPr lang="en-IN" dirty="0"/>
                        <a:t>Controlled Water Use</a:t>
                      </a:r>
                    </a:p>
                  </a:txBody>
                  <a:tcPr/>
                </a:tc>
                <a:extLst>
                  <a:ext uri="{0D108BD9-81ED-4DB2-BD59-A6C34878D82A}">
                    <a16:rowId xmlns:a16="http://schemas.microsoft.com/office/drawing/2014/main" val="2411199992"/>
                  </a:ext>
                </a:extLst>
              </a:tr>
              <a:tr h="660528">
                <a:tc>
                  <a:txBody>
                    <a:bodyPr/>
                    <a:lstStyle/>
                    <a:p>
                      <a:r>
                        <a:rPr lang="en-IN" dirty="0"/>
                        <a:t>Open Water Channel</a:t>
                      </a:r>
                    </a:p>
                  </a:txBody>
                  <a:tcPr/>
                </a:tc>
                <a:tc>
                  <a:txBody>
                    <a:bodyPr/>
                    <a:lstStyle/>
                    <a:p>
                      <a:r>
                        <a:rPr lang="en-IN" dirty="0"/>
                        <a:t>Efficient Irrigation</a:t>
                      </a:r>
                    </a:p>
                  </a:txBody>
                  <a:tcPr/>
                </a:tc>
                <a:extLst>
                  <a:ext uri="{0D108BD9-81ED-4DB2-BD59-A6C34878D82A}">
                    <a16:rowId xmlns:a16="http://schemas.microsoft.com/office/drawing/2014/main" val="1517763617"/>
                  </a:ext>
                </a:extLst>
              </a:tr>
              <a:tr h="658622">
                <a:tc>
                  <a:txBody>
                    <a:bodyPr/>
                    <a:lstStyle/>
                    <a:p>
                      <a:r>
                        <a:rPr lang="en-IN" dirty="0"/>
                        <a:t>Frequent Irrigation</a:t>
                      </a:r>
                    </a:p>
                  </a:txBody>
                  <a:tcPr/>
                </a:tc>
                <a:tc>
                  <a:txBody>
                    <a:bodyPr/>
                    <a:lstStyle/>
                    <a:p>
                      <a:r>
                        <a:rPr lang="en-IN" dirty="0"/>
                        <a:t>Need-Based Irrigation</a:t>
                      </a:r>
                    </a:p>
                  </a:txBody>
                  <a:tcPr/>
                </a:tc>
                <a:extLst>
                  <a:ext uri="{0D108BD9-81ED-4DB2-BD59-A6C34878D82A}">
                    <a16:rowId xmlns:a16="http://schemas.microsoft.com/office/drawing/2014/main" val="357573647"/>
                  </a:ext>
                </a:extLst>
              </a:tr>
            </a:tbl>
          </a:graphicData>
        </a:graphic>
      </p:graphicFrame>
      <p:pic>
        <p:nvPicPr>
          <p:cNvPr id="5" name="Picture 4">
            <a:extLst>
              <a:ext uri="{FF2B5EF4-FFF2-40B4-BE49-F238E27FC236}">
                <a16:creationId xmlns:a16="http://schemas.microsoft.com/office/drawing/2014/main" id="{0209656A-18DC-81FC-082B-70F1D2B0369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468756" y="1988126"/>
            <a:ext cx="3928917" cy="3398982"/>
          </a:xfrm>
          <a:prstGeom prst="rect">
            <a:avLst/>
          </a:prstGeom>
        </p:spPr>
      </p:pic>
    </p:spTree>
    <p:extLst>
      <p:ext uri="{BB962C8B-B14F-4D97-AF65-F5344CB8AC3E}">
        <p14:creationId xmlns:p14="http://schemas.microsoft.com/office/powerpoint/2010/main" val="23408993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C77761-0379-2DBD-5630-27123958524A}"/>
              </a:ext>
            </a:extLst>
          </p:cNvPr>
          <p:cNvSpPr txBox="1"/>
          <p:nvPr/>
        </p:nvSpPr>
        <p:spPr>
          <a:xfrm>
            <a:off x="3408218" y="378691"/>
            <a:ext cx="3916218" cy="523220"/>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a:latin typeface="Book Antiqua" panose="02040602050305030304" pitchFamily="18" charset="0"/>
              </a:rPr>
              <a:t>Roles Of Students</a:t>
            </a:r>
          </a:p>
        </p:txBody>
      </p:sp>
      <p:sp>
        <p:nvSpPr>
          <p:cNvPr id="3" name="TextBox 2">
            <a:extLst>
              <a:ext uri="{FF2B5EF4-FFF2-40B4-BE49-F238E27FC236}">
                <a16:creationId xmlns:a16="http://schemas.microsoft.com/office/drawing/2014/main" id="{26E1A865-FC9A-6E57-FE0B-68FE02C90B6F}"/>
              </a:ext>
            </a:extLst>
          </p:cNvPr>
          <p:cNvSpPr txBox="1"/>
          <p:nvPr/>
        </p:nvSpPr>
        <p:spPr>
          <a:xfrm>
            <a:off x="6899562" y="1015998"/>
            <a:ext cx="2761673" cy="400110"/>
          </a:xfrm>
          <a:prstGeom prst="rect">
            <a:avLst/>
          </a:prstGeom>
          <a:noFill/>
        </p:spPr>
        <p:txBody>
          <a:bodyPr wrap="square" rtlCol="0">
            <a:spAutoFit/>
          </a:bodyPr>
          <a:lstStyle/>
          <a:p>
            <a:pPr marL="342900" indent="-342900">
              <a:buFont typeface="Wingdings" panose="05000000000000000000" pitchFamily="2" charset="2"/>
              <a:buChar char="§"/>
            </a:pPr>
            <a:r>
              <a:rPr lang="en-IN" sz="2000" dirty="0">
                <a:solidFill>
                  <a:srgbClr val="FF0000"/>
                </a:solidFill>
                <a:latin typeface="Book Antiqua" panose="02040602050305030304" pitchFamily="18" charset="0"/>
              </a:rPr>
              <a:t>Our Responsibility</a:t>
            </a:r>
          </a:p>
        </p:txBody>
      </p:sp>
      <p:sp>
        <p:nvSpPr>
          <p:cNvPr id="4" name="TextBox 3">
            <a:extLst>
              <a:ext uri="{FF2B5EF4-FFF2-40B4-BE49-F238E27FC236}">
                <a16:creationId xmlns:a16="http://schemas.microsoft.com/office/drawing/2014/main" id="{62B9D267-D832-64F3-9B8C-35EA65A63973}"/>
              </a:ext>
            </a:extLst>
          </p:cNvPr>
          <p:cNvSpPr txBox="1"/>
          <p:nvPr/>
        </p:nvSpPr>
        <p:spPr>
          <a:xfrm>
            <a:off x="6899562" y="1527489"/>
            <a:ext cx="3343564" cy="2585323"/>
          </a:xfrm>
          <a:prstGeom prst="rect">
            <a:avLst/>
          </a:prstGeom>
          <a:noFill/>
        </p:spPr>
        <p:txBody>
          <a:bodyPr wrap="square" rtlCol="0">
            <a:spAutoFit/>
          </a:bodyPr>
          <a:lstStyle/>
          <a:p>
            <a:r>
              <a:rPr lang="en-US" dirty="0"/>
              <a:t>Spread awareness about saving water.</a:t>
            </a:r>
          </a:p>
          <a:p>
            <a:r>
              <a:rPr lang="en-US" dirty="0"/>
              <a:t>Avoid wasting water at school and home.</a:t>
            </a:r>
          </a:p>
          <a:p>
            <a:r>
              <a:rPr lang="en-US" dirty="0"/>
              <a:t>Participate in cleanliness and water conservation drives.</a:t>
            </a:r>
          </a:p>
          <a:p>
            <a:r>
              <a:rPr lang="en-US" dirty="0"/>
              <a:t>Encourage friends and family to save water.</a:t>
            </a:r>
          </a:p>
          <a:p>
            <a:r>
              <a:rPr lang="en-US" dirty="0"/>
              <a:t>Report leaking taps and pipes.</a:t>
            </a:r>
          </a:p>
        </p:txBody>
      </p:sp>
      <p:pic>
        <p:nvPicPr>
          <p:cNvPr id="8" name="Graphic 7" descr="Classroom with solid fill">
            <a:extLst>
              <a:ext uri="{FF2B5EF4-FFF2-40B4-BE49-F238E27FC236}">
                <a16:creationId xmlns:a16="http://schemas.microsoft.com/office/drawing/2014/main" id="{D3F9FB32-C9D5-D054-BDD8-7475C6E195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4137" y="1216053"/>
            <a:ext cx="1069109" cy="1069109"/>
          </a:xfrm>
          <a:prstGeom prst="rect">
            <a:avLst/>
          </a:prstGeom>
        </p:spPr>
      </p:pic>
      <p:pic>
        <p:nvPicPr>
          <p:cNvPr id="10" name="Graphic 9" descr="Water with solid fill">
            <a:extLst>
              <a:ext uri="{FF2B5EF4-FFF2-40B4-BE49-F238E27FC236}">
                <a16:creationId xmlns:a16="http://schemas.microsoft.com/office/drawing/2014/main" id="{AD3FACC2-367B-1E47-B416-2F87DB8B49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17874" y="2706440"/>
            <a:ext cx="914400" cy="914400"/>
          </a:xfrm>
          <a:prstGeom prst="rect">
            <a:avLst/>
          </a:prstGeom>
        </p:spPr>
      </p:pic>
      <p:sp>
        <p:nvSpPr>
          <p:cNvPr id="13" name="TextBox 12">
            <a:extLst>
              <a:ext uri="{FF2B5EF4-FFF2-40B4-BE49-F238E27FC236}">
                <a16:creationId xmlns:a16="http://schemas.microsoft.com/office/drawing/2014/main" id="{5EA6B5C7-447F-480F-1685-9F5CB2138969}"/>
              </a:ext>
            </a:extLst>
          </p:cNvPr>
          <p:cNvSpPr txBox="1"/>
          <p:nvPr/>
        </p:nvSpPr>
        <p:spPr>
          <a:xfrm>
            <a:off x="4932217" y="4246418"/>
            <a:ext cx="1967345" cy="400110"/>
          </a:xfrm>
          <a:prstGeom prst="rect">
            <a:avLst/>
          </a:prstGeom>
          <a:noFill/>
        </p:spPr>
        <p:txBody>
          <a:bodyPr wrap="square" rtlCol="0">
            <a:spAutoFit/>
          </a:bodyPr>
          <a:lstStyle/>
          <a:p>
            <a:r>
              <a:rPr lang="en-IN" sz="2000" dirty="0">
                <a:solidFill>
                  <a:srgbClr val="FFC000"/>
                </a:solidFill>
                <a:latin typeface="Book Antiqua" panose="02040602050305030304" pitchFamily="18" charset="0"/>
              </a:rPr>
              <a:t>Speaker Notes</a:t>
            </a:r>
          </a:p>
        </p:txBody>
      </p:sp>
      <p:sp>
        <p:nvSpPr>
          <p:cNvPr id="14" name="TextBox 13">
            <a:extLst>
              <a:ext uri="{FF2B5EF4-FFF2-40B4-BE49-F238E27FC236}">
                <a16:creationId xmlns:a16="http://schemas.microsoft.com/office/drawing/2014/main" id="{132BA21E-5BC3-C614-E2B1-EAAE416584C4}"/>
              </a:ext>
            </a:extLst>
          </p:cNvPr>
          <p:cNvSpPr txBox="1"/>
          <p:nvPr/>
        </p:nvSpPr>
        <p:spPr>
          <a:xfrm>
            <a:off x="3842327" y="4656151"/>
            <a:ext cx="3786909" cy="1754326"/>
          </a:xfrm>
          <a:prstGeom prst="rect">
            <a:avLst/>
          </a:prstGeom>
          <a:noFill/>
        </p:spPr>
        <p:txBody>
          <a:bodyPr wrap="square" rtlCol="0">
            <a:spAutoFit/>
          </a:bodyPr>
          <a:lstStyle/>
          <a:p>
            <a:r>
              <a:rPr lang="en-US" i="1" dirty="0">
                <a:latin typeface="Book Antiqua" panose="02040602050305030304" pitchFamily="18" charset="0"/>
              </a:rPr>
              <a:t>Students can play an important role in saving water. By developing good habits and spreading awareness, students can encourage their families and communities to use water responsibly.</a:t>
            </a:r>
            <a:endParaRPr lang="en-IN" i="1" dirty="0">
              <a:latin typeface="Book Antiqua" panose="02040602050305030304" pitchFamily="18" charset="0"/>
            </a:endParaRPr>
          </a:p>
        </p:txBody>
      </p:sp>
      <p:pic>
        <p:nvPicPr>
          <p:cNvPr id="16" name="Picture 15">
            <a:extLst>
              <a:ext uri="{FF2B5EF4-FFF2-40B4-BE49-F238E27FC236}">
                <a16:creationId xmlns:a16="http://schemas.microsoft.com/office/drawing/2014/main" id="{E84862C7-43C7-550E-76F1-315D03BD68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303" y="1117268"/>
            <a:ext cx="3197894" cy="3129150"/>
          </a:xfrm>
          <a:prstGeom prst="rect">
            <a:avLst/>
          </a:prstGeom>
        </p:spPr>
      </p:pic>
    </p:spTree>
    <p:extLst>
      <p:ext uri="{BB962C8B-B14F-4D97-AF65-F5344CB8AC3E}">
        <p14:creationId xmlns:p14="http://schemas.microsoft.com/office/powerpoint/2010/main" val="283270877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circle(in)">
                                      <p:cBhvr>
                                        <p:cTn id="14" dur="20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3AC7E6-6803-400A-EDE5-472B87C6CCE9}"/>
              </a:ext>
            </a:extLst>
          </p:cNvPr>
          <p:cNvSpPr txBox="1"/>
          <p:nvPr/>
        </p:nvSpPr>
        <p:spPr>
          <a:xfrm>
            <a:off x="4322619" y="387928"/>
            <a:ext cx="3408217" cy="523220"/>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a:latin typeface="Book Antiqua" panose="02040602050305030304" pitchFamily="18" charset="0"/>
              </a:rPr>
              <a:t>Do’s and Don’ts</a:t>
            </a:r>
          </a:p>
        </p:txBody>
      </p:sp>
      <p:sp>
        <p:nvSpPr>
          <p:cNvPr id="3" name="TextBox 2">
            <a:extLst>
              <a:ext uri="{FF2B5EF4-FFF2-40B4-BE49-F238E27FC236}">
                <a16:creationId xmlns:a16="http://schemas.microsoft.com/office/drawing/2014/main" id="{CEDB6719-A8DE-8359-18A2-B526C9816F0F}"/>
              </a:ext>
            </a:extLst>
          </p:cNvPr>
          <p:cNvSpPr txBox="1"/>
          <p:nvPr/>
        </p:nvSpPr>
        <p:spPr>
          <a:xfrm>
            <a:off x="2584451" y="1467024"/>
            <a:ext cx="2773220" cy="2308324"/>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Book Antiqua" panose="02040602050305030304" pitchFamily="18" charset="0"/>
              </a:rPr>
              <a:t>Turn off taps properly.</a:t>
            </a:r>
          </a:p>
          <a:p>
            <a:pPr marL="285750" indent="-285750">
              <a:buFont typeface="Wingdings" panose="05000000000000000000" pitchFamily="2" charset="2"/>
              <a:buChar char="§"/>
            </a:pPr>
            <a:r>
              <a:rPr lang="en-US" dirty="0">
                <a:latin typeface="Book Antiqua" panose="02040602050305030304" pitchFamily="18" charset="0"/>
              </a:rPr>
              <a:t>Repair leaks immediately.</a:t>
            </a:r>
          </a:p>
          <a:p>
            <a:pPr marL="285750" indent="-285750">
              <a:buFont typeface="Wingdings" panose="05000000000000000000" pitchFamily="2" charset="2"/>
              <a:buChar char="§"/>
            </a:pPr>
            <a:r>
              <a:rPr lang="en-US" dirty="0">
                <a:latin typeface="Book Antiqua" panose="02040602050305030304" pitchFamily="18" charset="0"/>
              </a:rPr>
              <a:t>Reuse water whenever possible.</a:t>
            </a:r>
          </a:p>
          <a:p>
            <a:pPr marL="285750" indent="-285750">
              <a:buFont typeface="Wingdings" panose="05000000000000000000" pitchFamily="2" charset="2"/>
              <a:buChar char="§"/>
            </a:pPr>
            <a:r>
              <a:rPr lang="en-US" dirty="0">
                <a:latin typeface="Book Antiqua" panose="02040602050305030304" pitchFamily="18" charset="0"/>
              </a:rPr>
              <a:t>Collect rainwater.</a:t>
            </a:r>
          </a:p>
          <a:p>
            <a:pPr marL="285750" indent="-285750">
              <a:buFont typeface="Wingdings" panose="05000000000000000000" pitchFamily="2" charset="2"/>
              <a:buChar char="§"/>
            </a:pPr>
            <a:r>
              <a:rPr lang="en-US" dirty="0">
                <a:latin typeface="Book Antiqua" panose="02040602050305030304" pitchFamily="18" charset="0"/>
              </a:rPr>
              <a:t>Use water carefully.</a:t>
            </a:r>
            <a:endParaRPr lang="en-IN" dirty="0">
              <a:latin typeface="Book Antiqua" panose="02040602050305030304" pitchFamily="18" charset="0"/>
            </a:endParaRPr>
          </a:p>
        </p:txBody>
      </p:sp>
      <p:sp>
        <p:nvSpPr>
          <p:cNvPr id="4" name="TextBox 3">
            <a:extLst>
              <a:ext uri="{FF2B5EF4-FFF2-40B4-BE49-F238E27FC236}">
                <a16:creationId xmlns:a16="http://schemas.microsoft.com/office/drawing/2014/main" id="{1757A4CA-DE07-8C89-BA1D-A1BA893E3177}"/>
              </a:ext>
            </a:extLst>
          </p:cNvPr>
          <p:cNvSpPr txBox="1"/>
          <p:nvPr/>
        </p:nvSpPr>
        <p:spPr>
          <a:xfrm>
            <a:off x="3114389" y="1084961"/>
            <a:ext cx="1713345" cy="523220"/>
          </a:xfrm>
          <a:prstGeom prst="rect">
            <a:avLst/>
          </a:prstGeom>
          <a:noFill/>
        </p:spPr>
        <p:txBody>
          <a:bodyPr wrap="square" rtlCol="0">
            <a:spAutoFit/>
          </a:bodyPr>
          <a:lstStyle/>
          <a:p>
            <a:r>
              <a:rPr lang="en-IN" sz="2800" dirty="0">
                <a:latin typeface="Book Antiqua" panose="02040602050305030304" pitchFamily="18" charset="0"/>
              </a:rPr>
              <a:t>Do’s</a:t>
            </a:r>
          </a:p>
        </p:txBody>
      </p:sp>
      <p:pic>
        <p:nvPicPr>
          <p:cNvPr id="6" name="Graphic 5" descr="Close with solid fill">
            <a:extLst>
              <a:ext uri="{FF2B5EF4-FFF2-40B4-BE49-F238E27FC236}">
                <a16:creationId xmlns:a16="http://schemas.microsoft.com/office/drawing/2014/main" id="{39887216-6FD6-A1F5-E243-D6CCF96C5F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95307" y="1137654"/>
            <a:ext cx="510310" cy="429491"/>
          </a:xfrm>
          <a:prstGeom prst="rect">
            <a:avLst/>
          </a:prstGeom>
        </p:spPr>
      </p:pic>
      <p:pic>
        <p:nvPicPr>
          <p:cNvPr id="8" name="Graphic 7" descr="Checkmark with solid fill">
            <a:extLst>
              <a:ext uri="{FF2B5EF4-FFF2-40B4-BE49-F238E27FC236}">
                <a16:creationId xmlns:a16="http://schemas.microsoft.com/office/drawing/2014/main" id="{997A1DF0-25B2-129A-EF9D-F5245CD762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75661" y="1127207"/>
            <a:ext cx="438728" cy="438728"/>
          </a:xfrm>
          <a:prstGeom prst="rect">
            <a:avLst/>
          </a:prstGeom>
        </p:spPr>
      </p:pic>
      <p:sp>
        <p:nvSpPr>
          <p:cNvPr id="9" name="TextBox 8">
            <a:extLst>
              <a:ext uri="{FF2B5EF4-FFF2-40B4-BE49-F238E27FC236}">
                <a16:creationId xmlns:a16="http://schemas.microsoft.com/office/drawing/2014/main" id="{C19F0A93-AED2-A84D-1381-C9436A765CED}"/>
              </a:ext>
            </a:extLst>
          </p:cNvPr>
          <p:cNvSpPr txBox="1"/>
          <p:nvPr/>
        </p:nvSpPr>
        <p:spPr>
          <a:xfrm>
            <a:off x="7837055" y="1086542"/>
            <a:ext cx="1708728" cy="523220"/>
          </a:xfrm>
          <a:prstGeom prst="rect">
            <a:avLst/>
          </a:prstGeom>
          <a:noFill/>
        </p:spPr>
        <p:txBody>
          <a:bodyPr wrap="square" rtlCol="0">
            <a:spAutoFit/>
          </a:bodyPr>
          <a:lstStyle/>
          <a:p>
            <a:r>
              <a:rPr lang="en-IN" sz="2800" dirty="0">
                <a:latin typeface="Book Antiqua" panose="02040602050305030304" pitchFamily="18" charset="0"/>
              </a:rPr>
              <a:t>Don’ts</a:t>
            </a:r>
          </a:p>
        </p:txBody>
      </p:sp>
      <p:sp>
        <p:nvSpPr>
          <p:cNvPr id="10" name="TextBox 9">
            <a:extLst>
              <a:ext uri="{FF2B5EF4-FFF2-40B4-BE49-F238E27FC236}">
                <a16:creationId xmlns:a16="http://schemas.microsoft.com/office/drawing/2014/main" id="{B4EBB383-B39D-D53B-83E0-AA3B4DA46FA4}"/>
              </a:ext>
            </a:extLst>
          </p:cNvPr>
          <p:cNvSpPr txBox="1"/>
          <p:nvPr/>
        </p:nvSpPr>
        <p:spPr>
          <a:xfrm>
            <a:off x="7424879" y="1481692"/>
            <a:ext cx="3235040" cy="2585323"/>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Book Antiqua" panose="02040602050305030304" pitchFamily="18" charset="0"/>
              </a:rPr>
              <a:t>Don't leave taps running.</a:t>
            </a:r>
          </a:p>
          <a:p>
            <a:pPr marL="285750" indent="-285750">
              <a:buFont typeface="Wingdings" panose="05000000000000000000" pitchFamily="2" charset="2"/>
              <a:buChar char="§"/>
            </a:pPr>
            <a:r>
              <a:rPr lang="en-US" dirty="0">
                <a:latin typeface="Book Antiqua" panose="02040602050305030304" pitchFamily="18" charset="0"/>
              </a:rPr>
              <a:t>Don't waste drinking water.</a:t>
            </a:r>
          </a:p>
          <a:p>
            <a:pPr marL="285750" indent="-285750">
              <a:buFont typeface="Wingdings" panose="05000000000000000000" pitchFamily="2" charset="2"/>
              <a:buChar char="§"/>
            </a:pPr>
            <a:r>
              <a:rPr lang="en-US" dirty="0">
                <a:latin typeface="Book Antiqua" panose="02040602050305030304" pitchFamily="18" charset="0"/>
              </a:rPr>
              <a:t>Don't take unnecessarily long showers.</a:t>
            </a:r>
          </a:p>
          <a:p>
            <a:pPr marL="285750" indent="-285750">
              <a:buFont typeface="Wingdings" panose="05000000000000000000" pitchFamily="2" charset="2"/>
              <a:buChar char="§"/>
            </a:pPr>
            <a:r>
              <a:rPr lang="en-US" dirty="0">
                <a:latin typeface="Book Antiqua" panose="02040602050305030304" pitchFamily="18" charset="0"/>
              </a:rPr>
              <a:t>Don't pollute rivers and lakes.</a:t>
            </a:r>
          </a:p>
          <a:p>
            <a:pPr marL="285750" indent="-285750">
              <a:buFont typeface="Wingdings" panose="05000000000000000000" pitchFamily="2" charset="2"/>
              <a:buChar char="§"/>
            </a:pPr>
            <a:r>
              <a:rPr lang="en-US" dirty="0">
                <a:latin typeface="Book Antiqua" panose="02040602050305030304" pitchFamily="18" charset="0"/>
              </a:rPr>
              <a:t>Don't use excessive water for cleaning.</a:t>
            </a:r>
            <a:endParaRPr lang="en-IN" dirty="0">
              <a:latin typeface="Book Antiqua" panose="02040602050305030304" pitchFamily="18" charset="0"/>
            </a:endParaRPr>
          </a:p>
        </p:txBody>
      </p:sp>
      <p:sp>
        <p:nvSpPr>
          <p:cNvPr id="11" name="TextBox 10">
            <a:extLst>
              <a:ext uri="{FF2B5EF4-FFF2-40B4-BE49-F238E27FC236}">
                <a16:creationId xmlns:a16="http://schemas.microsoft.com/office/drawing/2014/main" id="{5DBEA78B-647B-1816-9EC0-277589458543}"/>
              </a:ext>
            </a:extLst>
          </p:cNvPr>
          <p:cNvSpPr txBox="1"/>
          <p:nvPr/>
        </p:nvSpPr>
        <p:spPr>
          <a:xfrm>
            <a:off x="3114389" y="4411053"/>
            <a:ext cx="6405416" cy="1754326"/>
          </a:xfrm>
          <a:prstGeom prst="rect">
            <a:avLst/>
          </a:prstGeom>
          <a:noFill/>
        </p:spPr>
        <p:txBody>
          <a:bodyPr wrap="square" rtlCol="0">
            <a:spAutoFit/>
          </a:bodyPr>
          <a:lstStyle/>
          <a:p>
            <a:r>
              <a:rPr lang="en-US" dirty="0">
                <a:latin typeface="Book Antiqua" panose="02040602050305030304" pitchFamily="18" charset="0"/>
              </a:rPr>
              <a:t>Water conservation starts with our daily habits. We should always use water carefully and avoid unnecessary wastage. We should turn off taps, repair leaks, reuse water when possible, and collect rainwater. Never leave taps running or pollute rivers and lakes. Small actions by everyone can help save a large amount of water.</a:t>
            </a:r>
            <a:endParaRPr lang="en-IN" dirty="0">
              <a:latin typeface="Book Antiqua" panose="02040602050305030304" pitchFamily="18" charset="0"/>
            </a:endParaRPr>
          </a:p>
        </p:txBody>
      </p:sp>
      <p:sp>
        <p:nvSpPr>
          <p:cNvPr id="12" name="TextBox 11">
            <a:extLst>
              <a:ext uri="{FF2B5EF4-FFF2-40B4-BE49-F238E27FC236}">
                <a16:creationId xmlns:a16="http://schemas.microsoft.com/office/drawing/2014/main" id="{9DF863FC-91AB-BCEF-E957-99710606C7D0}"/>
              </a:ext>
            </a:extLst>
          </p:cNvPr>
          <p:cNvSpPr txBox="1"/>
          <p:nvPr/>
        </p:nvSpPr>
        <p:spPr>
          <a:xfrm>
            <a:off x="5357671" y="4067015"/>
            <a:ext cx="2067208" cy="369332"/>
          </a:xfrm>
          <a:prstGeom prst="rect">
            <a:avLst/>
          </a:prstGeom>
          <a:noFill/>
        </p:spPr>
        <p:txBody>
          <a:bodyPr wrap="square" rtlCol="0">
            <a:spAutoFit/>
          </a:bodyPr>
          <a:lstStyle/>
          <a:p>
            <a:r>
              <a:rPr lang="en-IN" dirty="0">
                <a:solidFill>
                  <a:srgbClr val="7030A0"/>
                </a:solidFill>
                <a:latin typeface="Book Antiqua" panose="02040602050305030304" pitchFamily="18" charset="0"/>
              </a:rPr>
              <a:t>Speaker Notes</a:t>
            </a:r>
          </a:p>
        </p:txBody>
      </p:sp>
    </p:spTree>
    <p:extLst>
      <p:ext uri="{BB962C8B-B14F-4D97-AF65-F5344CB8AC3E}">
        <p14:creationId xmlns:p14="http://schemas.microsoft.com/office/powerpoint/2010/main" val="229149566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F92F7-67A5-DE13-A386-80C7F11B7750}"/>
              </a:ext>
            </a:extLst>
          </p:cNvPr>
          <p:cNvSpPr txBox="1"/>
          <p:nvPr/>
        </p:nvSpPr>
        <p:spPr>
          <a:xfrm>
            <a:off x="3463636" y="443346"/>
            <a:ext cx="4941455" cy="523220"/>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a:latin typeface="Book Antiqua" panose="02040602050305030304" pitchFamily="18" charset="0"/>
              </a:rPr>
              <a:t>Conclusion &amp; Thank You</a:t>
            </a:r>
          </a:p>
        </p:txBody>
      </p:sp>
      <p:sp>
        <p:nvSpPr>
          <p:cNvPr id="3" name="TextBox 2">
            <a:extLst>
              <a:ext uri="{FF2B5EF4-FFF2-40B4-BE49-F238E27FC236}">
                <a16:creationId xmlns:a16="http://schemas.microsoft.com/office/drawing/2014/main" id="{3D0A0866-0E80-BFF8-4C36-FD70E0E8B142}"/>
              </a:ext>
            </a:extLst>
          </p:cNvPr>
          <p:cNvSpPr txBox="1"/>
          <p:nvPr/>
        </p:nvSpPr>
        <p:spPr>
          <a:xfrm>
            <a:off x="3962402" y="966566"/>
            <a:ext cx="3537527" cy="2585323"/>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Book Antiqua" panose="02040602050305030304" pitchFamily="18" charset="0"/>
              </a:rPr>
              <a:t>Water is one of our most valuable natural resources.</a:t>
            </a:r>
          </a:p>
          <a:p>
            <a:pPr marL="285750" indent="-285750">
              <a:buFont typeface="Wingdings" panose="05000000000000000000" pitchFamily="2" charset="2"/>
              <a:buChar char="§"/>
            </a:pPr>
            <a:r>
              <a:rPr lang="en-US" dirty="0">
                <a:latin typeface="Book Antiqua" panose="02040602050305030304" pitchFamily="18" charset="0"/>
              </a:rPr>
              <a:t>Every drop of water is important.</a:t>
            </a:r>
          </a:p>
          <a:p>
            <a:pPr marL="285750" indent="-285750">
              <a:buFont typeface="Wingdings" panose="05000000000000000000" pitchFamily="2" charset="2"/>
              <a:buChar char="§"/>
            </a:pPr>
            <a:r>
              <a:rPr lang="en-US" dirty="0">
                <a:latin typeface="Book Antiqua" panose="02040602050305030304" pitchFamily="18" charset="0"/>
              </a:rPr>
              <a:t>Saving water today means protecting our future.</a:t>
            </a:r>
          </a:p>
          <a:p>
            <a:pPr marL="285750" indent="-285750">
              <a:buFont typeface="Wingdings" panose="05000000000000000000" pitchFamily="2" charset="2"/>
              <a:buChar char="§"/>
            </a:pPr>
            <a:r>
              <a:rPr lang="en-US" dirty="0">
                <a:latin typeface="Book Antiqua" panose="02040602050305030304" pitchFamily="18" charset="0"/>
              </a:rPr>
              <a:t>Everyone has a role in water conservation.</a:t>
            </a:r>
          </a:p>
          <a:p>
            <a:pPr marL="285750" indent="-285750">
              <a:buFont typeface="Wingdings" panose="05000000000000000000" pitchFamily="2" charset="2"/>
              <a:buChar char="§"/>
            </a:pPr>
            <a:r>
              <a:rPr lang="en-US" dirty="0">
                <a:latin typeface="Book Antiqua" panose="02040602050305030304" pitchFamily="18" charset="0"/>
              </a:rPr>
              <a:t>Save Water, Save Life!</a:t>
            </a:r>
            <a:endParaRPr lang="en-IN" dirty="0">
              <a:latin typeface="Book Antiqua" panose="02040602050305030304" pitchFamily="18" charset="0"/>
            </a:endParaRPr>
          </a:p>
        </p:txBody>
      </p:sp>
      <p:pic>
        <p:nvPicPr>
          <p:cNvPr id="5" name="Picture 4">
            <a:extLst>
              <a:ext uri="{FF2B5EF4-FFF2-40B4-BE49-F238E27FC236}">
                <a16:creationId xmlns:a16="http://schemas.microsoft.com/office/drawing/2014/main" id="{ACC73F81-354D-281D-29FD-DD2E30748D9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248072" y="1147214"/>
            <a:ext cx="1958110" cy="2741296"/>
          </a:xfrm>
          <a:prstGeom prst="rect">
            <a:avLst/>
          </a:prstGeom>
        </p:spPr>
      </p:pic>
      <p:sp>
        <p:nvSpPr>
          <p:cNvPr id="7" name="TextBox 6">
            <a:extLst>
              <a:ext uri="{FF2B5EF4-FFF2-40B4-BE49-F238E27FC236}">
                <a16:creationId xmlns:a16="http://schemas.microsoft.com/office/drawing/2014/main" id="{2CB2F15B-2EFB-D692-E902-BFE05C37DC8D}"/>
              </a:ext>
            </a:extLst>
          </p:cNvPr>
          <p:cNvSpPr txBox="1"/>
          <p:nvPr/>
        </p:nvSpPr>
        <p:spPr>
          <a:xfrm>
            <a:off x="2895602" y="3737291"/>
            <a:ext cx="2133600" cy="523220"/>
          </a:xfrm>
          <a:prstGeom prst="rect">
            <a:avLst/>
          </a:prstGeom>
          <a:noFill/>
        </p:spPr>
        <p:txBody>
          <a:bodyPr wrap="square" rtlCol="0">
            <a:spAutoFit/>
          </a:bodyPr>
          <a:lstStyle/>
          <a:p>
            <a:r>
              <a:rPr lang="en-IN" sz="2800" b="1" i="1" dirty="0"/>
              <a:t>Thank You</a:t>
            </a:r>
          </a:p>
        </p:txBody>
      </p:sp>
      <p:sp>
        <p:nvSpPr>
          <p:cNvPr id="8" name="TextBox 7">
            <a:extLst>
              <a:ext uri="{FF2B5EF4-FFF2-40B4-BE49-F238E27FC236}">
                <a16:creationId xmlns:a16="http://schemas.microsoft.com/office/drawing/2014/main" id="{D200C966-8BB8-1389-2A58-5DA33812FF3E}"/>
              </a:ext>
            </a:extLst>
          </p:cNvPr>
          <p:cNvSpPr txBox="1"/>
          <p:nvPr/>
        </p:nvSpPr>
        <p:spPr>
          <a:xfrm>
            <a:off x="1865746" y="4230346"/>
            <a:ext cx="5634183" cy="400110"/>
          </a:xfrm>
          <a:prstGeom prst="rect">
            <a:avLst/>
          </a:prstGeom>
          <a:noFill/>
        </p:spPr>
        <p:txBody>
          <a:bodyPr wrap="square" rtlCol="0">
            <a:spAutoFit/>
          </a:bodyPr>
          <a:lstStyle/>
          <a:p>
            <a:r>
              <a:rPr lang="en-IN" sz="2000" dirty="0">
                <a:latin typeface="Book Antiqua" panose="02040602050305030304" pitchFamily="18" charset="0"/>
              </a:rPr>
              <a:t>“</a:t>
            </a:r>
            <a:r>
              <a:rPr lang="en-IN" sz="2000" i="1" dirty="0">
                <a:latin typeface="Book Antiqua" panose="02040602050305030304" pitchFamily="18" charset="0"/>
              </a:rPr>
              <a:t>Save Water Today for a Better Tomorrow</a:t>
            </a:r>
            <a:r>
              <a:rPr lang="en-IN" sz="2000" dirty="0">
                <a:latin typeface="Book Antiqua" panose="02040602050305030304" pitchFamily="18" charset="0"/>
              </a:rPr>
              <a:t>.”</a:t>
            </a:r>
          </a:p>
        </p:txBody>
      </p:sp>
      <p:pic>
        <p:nvPicPr>
          <p:cNvPr id="10" name="Picture 9">
            <a:extLst>
              <a:ext uri="{FF2B5EF4-FFF2-40B4-BE49-F238E27FC236}">
                <a16:creationId xmlns:a16="http://schemas.microsoft.com/office/drawing/2014/main" id="{AC749A89-ABE5-C963-40C0-71ADE7D498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5648" y="4753566"/>
            <a:ext cx="1423554" cy="1423554"/>
          </a:xfrm>
          <a:prstGeom prst="rect">
            <a:avLst/>
          </a:prstGeom>
        </p:spPr>
      </p:pic>
    </p:spTree>
    <p:extLst>
      <p:ext uri="{BB962C8B-B14F-4D97-AF65-F5344CB8AC3E}">
        <p14:creationId xmlns:p14="http://schemas.microsoft.com/office/powerpoint/2010/main" val="374881676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inVertic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608066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250" advClick="0" advTm="2000">
        <p15:prstTrans prst="curtains"/>
      </p:transition>
    </mc:Choice>
    <mc:Fallback>
      <p:transition spd="slow" advClick="0" advTm="2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367</TotalTime>
  <Words>581</Words>
  <Application>Microsoft Office PowerPoint</Application>
  <PresentationFormat>Widescreen</PresentationFormat>
  <Paragraphs>104</Paragraphs>
  <Slides>11</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Book Antiqua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 Yadav</dc:creator>
  <cp:lastModifiedBy>Deepa Yadav</cp:lastModifiedBy>
  <cp:revision>1</cp:revision>
  <dcterms:created xsi:type="dcterms:W3CDTF">2026-09-18T05:24:50Z</dcterms:created>
  <dcterms:modified xsi:type="dcterms:W3CDTF">2026-09-18T11:32:45Z</dcterms:modified>
</cp:coreProperties>
</file>